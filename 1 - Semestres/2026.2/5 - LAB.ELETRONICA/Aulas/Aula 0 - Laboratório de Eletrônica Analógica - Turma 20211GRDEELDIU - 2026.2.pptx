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heme/theme4.xml" ContentType="application/vnd.openxmlformats-officedocument.theme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notesSlides/notesSlide1.xml" ContentType="application/vnd.openxmlformats-officedocument.presentationml.notesSlide+xml"/>
  <Override PartName="/ppt/theme/themeOverride7.xml" ContentType="application/vnd.openxmlformats-officedocument.themeOverr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heme/themeOverride8.xml" ContentType="application/vnd.openxmlformats-officedocument.themeOverride+xml"/>
  <Override PartName="/ppt/theme/themeOverride9.xml" ContentType="application/vnd.openxmlformats-officedocument.themeOverride+xml"/>
  <Override PartName="/ppt/notesSlides/notesSlide4.xml" ContentType="application/vnd.openxmlformats-officedocument.presentationml.notesSlide+xml"/>
  <Override PartName="/ppt/theme/themeOverride10.xml" ContentType="application/vnd.openxmlformats-officedocument.themeOverride+xml"/>
  <Override PartName="/ppt/notesSlides/notesSlide5.xml" ContentType="application/vnd.openxmlformats-officedocument.presentationml.notesSlide+xml"/>
  <Override PartName="/ppt/theme/themeOverride11.xml" ContentType="application/vnd.openxmlformats-officedocument.themeOverride+xml"/>
  <Override PartName="/ppt/theme/themeOverride12.xml" ContentType="application/vnd.openxmlformats-officedocument.themeOverride+xml"/>
  <Override PartName="/ppt/theme/themeOverride13.xml" ContentType="application/vnd.openxmlformats-officedocument.themeOverride+xml"/>
  <Override PartName="/ppt/theme/themeOverride14.xml" ContentType="application/vnd.openxmlformats-officedocument.themeOverride+xml"/>
  <Override PartName="/ppt/theme/themeOverride15.xml" ContentType="application/vnd.openxmlformats-officedocument.themeOverr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7" r:id="rId4"/>
    <p:sldMasterId id="2147483679" r:id="rId5"/>
    <p:sldMasterId id="2147483704" r:id="rId6"/>
    <p:sldMasterId id="2147483728" r:id="rId7"/>
    <p:sldMasterId id="2147483735" r:id="rId8"/>
  </p:sldMasterIdLst>
  <p:notesMasterIdLst>
    <p:notesMasterId r:id="rId70"/>
  </p:notesMasterIdLst>
  <p:sldIdLst>
    <p:sldId id="1092" r:id="rId9"/>
    <p:sldId id="854" r:id="rId10"/>
    <p:sldId id="1093" r:id="rId11"/>
    <p:sldId id="1094" r:id="rId12"/>
    <p:sldId id="994" r:id="rId13"/>
    <p:sldId id="1049" r:id="rId14"/>
    <p:sldId id="1053" r:id="rId15"/>
    <p:sldId id="1052" r:id="rId16"/>
    <p:sldId id="993" r:id="rId17"/>
    <p:sldId id="1045" r:id="rId18"/>
    <p:sldId id="1001" r:id="rId19"/>
    <p:sldId id="1046" r:id="rId20"/>
    <p:sldId id="1047" r:id="rId21"/>
    <p:sldId id="1048" r:id="rId22"/>
    <p:sldId id="860" r:id="rId23"/>
    <p:sldId id="1054" r:id="rId24"/>
    <p:sldId id="1096" r:id="rId25"/>
    <p:sldId id="1016" r:id="rId26"/>
    <p:sldId id="1017" r:id="rId27"/>
    <p:sldId id="1095" r:id="rId28"/>
    <p:sldId id="1015" r:id="rId29"/>
    <p:sldId id="1050" r:id="rId30"/>
    <p:sldId id="1025" r:id="rId31"/>
    <p:sldId id="1028" r:id="rId32"/>
    <p:sldId id="1027" r:id="rId33"/>
    <p:sldId id="1031" r:id="rId34"/>
    <p:sldId id="1106" r:id="rId35"/>
    <p:sldId id="962" r:id="rId36"/>
    <p:sldId id="987" r:id="rId37"/>
    <p:sldId id="1097" r:id="rId38"/>
    <p:sldId id="1019" r:id="rId39"/>
    <p:sldId id="1020" r:id="rId40"/>
    <p:sldId id="1107" r:id="rId41"/>
    <p:sldId id="1058" r:id="rId42"/>
    <p:sldId id="1115" r:id="rId43"/>
    <p:sldId id="1074" r:id="rId44"/>
    <p:sldId id="1116" r:id="rId45"/>
    <p:sldId id="1108" r:id="rId46"/>
    <p:sldId id="1021" r:id="rId47"/>
    <p:sldId id="1022" r:id="rId48"/>
    <p:sldId id="1114" r:id="rId49"/>
    <p:sldId id="1113" r:id="rId50"/>
    <p:sldId id="1099" r:id="rId51"/>
    <p:sldId id="978" r:id="rId52"/>
    <p:sldId id="989" r:id="rId53"/>
    <p:sldId id="988" r:id="rId54"/>
    <p:sldId id="1051" r:id="rId55"/>
    <p:sldId id="1100" r:id="rId56"/>
    <p:sldId id="1112" r:id="rId57"/>
    <p:sldId id="1110" r:id="rId58"/>
    <p:sldId id="1111" r:id="rId59"/>
    <p:sldId id="1101" r:id="rId60"/>
    <p:sldId id="922" r:id="rId61"/>
    <p:sldId id="404" r:id="rId62"/>
    <p:sldId id="1089" r:id="rId63"/>
    <p:sldId id="959" r:id="rId64"/>
    <p:sldId id="1090" r:id="rId65"/>
    <p:sldId id="1104" r:id="rId66"/>
    <p:sldId id="1105" r:id="rId67"/>
    <p:sldId id="1103" r:id="rId68"/>
    <p:sldId id="1102" r:id="rId69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ção Padrão" id="{B94835E9-9A6F-4267-91AD-1E218E3A3551}">
          <p14:sldIdLst>
            <p14:sldId id="1092"/>
            <p14:sldId id="854"/>
            <p14:sldId id="1093"/>
            <p14:sldId id="1094"/>
            <p14:sldId id="994"/>
            <p14:sldId id="1049"/>
            <p14:sldId id="1053"/>
            <p14:sldId id="1052"/>
            <p14:sldId id="993"/>
            <p14:sldId id="1045"/>
            <p14:sldId id="1001"/>
            <p14:sldId id="1046"/>
            <p14:sldId id="1047"/>
            <p14:sldId id="1048"/>
            <p14:sldId id="860"/>
            <p14:sldId id="1054"/>
            <p14:sldId id="1096"/>
            <p14:sldId id="1016"/>
            <p14:sldId id="1017"/>
            <p14:sldId id="1095"/>
            <p14:sldId id="1015"/>
            <p14:sldId id="1050"/>
            <p14:sldId id="1025"/>
            <p14:sldId id="1028"/>
            <p14:sldId id="1027"/>
            <p14:sldId id="1031"/>
            <p14:sldId id="1106"/>
            <p14:sldId id="962"/>
            <p14:sldId id="987"/>
            <p14:sldId id="1097"/>
            <p14:sldId id="1019"/>
            <p14:sldId id="1020"/>
            <p14:sldId id="1107"/>
            <p14:sldId id="1058"/>
            <p14:sldId id="1115"/>
            <p14:sldId id="1074"/>
            <p14:sldId id="1116"/>
          </p14:sldIdLst>
        </p14:section>
        <p14:section name="Nossas Avaliações" id="{188CEB88-8A22-43ED-BF53-AAA5F8B5570E}">
          <p14:sldIdLst>
            <p14:sldId id="1108"/>
            <p14:sldId id="1021"/>
            <p14:sldId id="1022"/>
            <p14:sldId id="1114"/>
            <p14:sldId id="1113"/>
          </p14:sldIdLst>
        </p14:section>
        <p14:section name="Referências" id="{58AAA668-C34A-4F52-816D-9E97FA0F7DED}">
          <p14:sldIdLst>
            <p14:sldId id="1099"/>
            <p14:sldId id="978"/>
            <p14:sldId id="989"/>
            <p14:sldId id="988"/>
            <p14:sldId id="1051"/>
            <p14:sldId id="1100"/>
            <p14:sldId id="1112"/>
            <p14:sldId id="1110"/>
            <p14:sldId id="1111"/>
            <p14:sldId id="1101"/>
            <p14:sldId id="922"/>
            <p14:sldId id="404"/>
            <p14:sldId id="1089"/>
            <p14:sldId id="959"/>
            <p14:sldId id="1090"/>
            <p14:sldId id="1104"/>
            <p14:sldId id="1105"/>
            <p14:sldId id="1103"/>
            <p14:sldId id="110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enise G. Machado" initials="DGM" lastIdx="1" clrIdx="0">
    <p:extLst>
      <p:ext uri="{19B8F6BF-5375-455C-9EA6-DF929625EA0E}">
        <p15:presenceInfo xmlns:p15="http://schemas.microsoft.com/office/powerpoint/2012/main" userId="S::denise.machado@laureate.com.br::8d9fd1ef-2013-42c4-a56d-2a31986e26ac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EAA07"/>
    <a:srgbClr val="2BC4EF"/>
    <a:srgbClr val="000024"/>
    <a:srgbClr val="005EA9"/>
    <a:srgbClr val="0EC824"/>
    <a:srgbClr val="00001E"/>
    <a:srgbClr val="A4CB00"/>
    <a:srgbClr val="D0CECE"/>
    <a:srgbClr val="FFFFFF"/>
    <a:srgbClr val="2CC5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B95FAF9-CBD9-4A78-929C-235F4D35FBA0}" v="134" dt="2025-01-31T14:41:13.82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Estilo Claro 1 - Ênfase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A111915-BE36-4E01-A7E5-04B1672EAD32}" styleName="Estilo Claro 2 - Ênfase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74C1A8A3-306A-4EB7-A6B1-4F7E0EB9C5D6}" styleName="Estilo Médio 3 - Ênfase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7DF18680-E054-41AD-8BC1-D1AEF772440D}" styleName="Estilo Médio 2 - Ênfase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301B821-A1FF-4177-AEE7-76D212191A09}" styleName="Estilo Médio 1 - Ênfas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874" y="4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18.xml"/><Relationship Id="rId21" Type="http://schemas.openxmlformats.org/officeDocument/2006/relationships/slide" Target="slides/slide13.xml"/><Relationship Id="rId42" Type="http://schemas.openxmlformats.org/officeDocument/2006/relationships/slide" Target="slides/slide34.xml"/><Relationship Id="rId47" Type="http://schemas.openxmlformats.org/officeDocument/2006/relationships/slide" Target="slides/slide39.xml"/><Relationship Id="rId63" Type="http://schemas.openxmlformats.org/officeDocument/2006/relationships/slide" Target="slides/slide55.xml"/><Relationship Id="rId68" Type="http://schemas.openxmlformats.org/officeDocument/2006/relationships/slide" Target="slides/slide60.xml"/><Relationship Id="rId16" Type="http://schemas.openxmlformats.org/officeDocument/2006/relationships/slide" Target="slides/slide8.xml"/><Relationship Id="rId11" Type="http://schemas.openxmlformats.org/officeDocument/2006/relationships/slide" Target="slides/slide3.xml"/><Relationship Id="rId24" Type="http://schemas.openxmlformats.org/officeDocument/2006/relationships/slide" Target="slides/slide16.xml"/><Relationship Id="rId32" Type="http://schemas.openxmlformats.org/officeDocument/2006/relationships/slide" Target="slides/slide24.xml"/><Relationship Id="rId37" Type="http://schemas.openxmlformats.org/officeDocument/2006/relationships/slide" Target="slides/slide29.xml"/><Relationship Id="rId40" Type="http://schemas.openxmlformats.org/officeDocument/2006/relationships/slide" Target="slides/slide32.xml"/><Relationship Id="rId45" Type="http://schemas.openxmlformats.org/officeDocument/2006/relationships/slide" Target="slides/slide37.xml"/><Relationship Id="rId53" Type="http://schemas.openxmlformats.org/officeDocument/2006/relationships/slide" Target="slides/slide45.xml"/><Relationship Id="rId58" Type="http://schemas.openxmlformats.org/officeDocument/2006/relationships/slide" Target="slides/slide50.xml"/><Relationship Id="rId66" Type="http://schemas.openxmlformats.org/officeDocument/2006/relationships/slide" Target="slides/slide58.xml"/><Relationship Id="rId74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61" Type="http://schemas.openxmlformats.org/officeDocument/2006/relationships/slide" Target="slides/slide53.xml"/><Relationship Id="rId19" Type="http://schemas.openxmlformats.org/officeDocument/2006/relationships/slide" Target="slides/slide11.xml"/><Relationship Id="rId14" Type="http://schemas.openxmlformats.org/officeDocument/2006/relationships/slide" Target="slides/slide6.xml"/><Relationship Id="rId22" Type="http://schemas.openxmlformats.org/officeDocument/2006/relationships/slide" Target="slides/slide14.xml"/><Relationship Id="rId27" Type="http://schemas.openxmlformats.org/officeDocument/2006/relationships/slide" Target="slides/slide19.xml"/><Relationship Id="rId30" Type="http://schemas.openxmlformats.org/officeDocument/2006/relationships/slide" Target="slides/slide22.xml"/><Relationship Id="rId35" Type="http://schemas.openxmlformats.org/officeDocument/2006/relationships/slide" Target="slides/slide27.xml"/><Relationship Id="rId43" Type="http://schemas.openxmlformats.org/officeDocument/2006/relationships/slide" Target="slides/slide35.xml"/><Relationship Id="rId48" Type="http://schemas.openxmlformats.org/officeDocument/2006/relationships/slide" Target="slides/slide40.xml"/><Relationship Id="rId56" Type="http://schemas.openxmlformats.org/officeDocument/2006/relationships/slide" Target="slides/slide48.xml"/><Relationship Id="rId64" Type="http://schemas.openxmlformats.org/officeDocument/2006/relationships/slide" Target="slides/slide56.xml"/><Relationship Id="rId69" Type="http://schemas.openxmlformats.org/officeDocument/2006/relationships/slide" Target="slides/slide61.xml"/><Relationship Id="rId77" Type="http://schemas.microsoft.com/office/2015/10/relationships/revisionInfo" Target="revisionInfo.xml"/><Relationship Id="rId8" Type="http://schemas.openxmlformats.org/officeDocument/2006/relationships/slideMaster" Target="slideMasters/slideMaster5.xml"/><Relationship Id="rId51" Type="http://schemas.openxmlformats.org/officeDocument/2006/relationships/slide" Target="slides/slide43.xml"/><Relationship Id="rId72" Type="http://schemas.openxmlformats.org/officeDocument/2006/relationships/presProps" Target="presProps.xml"/><Relationship Id="rId3" Type="http://schemas.openxmlformats.org/officeDocument/2006/relationships/customXml" Target="../customXml/item3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slide" Target="slides/slide17.xml"/><Relationship Id="rId33" Type="http://schemas.openxmlformats.org/officeDocument/2006/relationships/slide" Target="slides/slide25.xml"/><Relationship Id="rId38" Type="http://schemas.openxmlformats.org/officeDocument/2006/relationships/slide" Target="slides/slide30.xml"/><Relationship Id="rId46" Type="http://schemas.openxmlformats.org/officeDocument/2006/relationships/slide" Target="slides/slide38.xml"/><Relationship Id="rId59" Type="http://schemas.openxmlformats.org/officeDocument/2006/relationships/slide" Target="slides/slide51.xml"/><Relationship Id="rId67" Type="http://schemas.openxmlformats.org/officeDocument/2006/relationships/slide" Target="slides/slide59.xml"/><Relationship Id="rId20" Type="http://schemas.openxmlformats.org/officeDocument/2006/relationships/slide" Target="slides/slide12.xml"/><Relationship Id="rId41" Type="http://schemas.openxmlformats.org/officeDocument/2006/relationships/slide" Target="slides/slide33.xml"/><Relationship Id="rId54" Type="http://schemas.openxmlformats.org/officeDocument/2006/relationships/slide" Target="slides/slide46.xml"/><Relationship Id="rId62" Type="http://schemas.openxmlformats.org/officeDocument/2006/relationships/slide" Target="slides/slide54.xml"/><Relationship Id="rId70" Type="http://schemas.openxmlformats.org/officeDocument/2006/relationships/notesMaster" Target="notesMasters/notesMaster1.xml"/><Relationship Id="rId75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5" Type="http://schemas.openxmlformats.org/officeDocument/2006/relationships/slide" Target="slides/slide7.xml"/><Relationship Id="rId23" Type="http://schemas.openxmlformats.org/officeDocument/2006/relationships/slide" Target="slides/slide15.xml"/><Relationship Id="rId28" Type="http://schemas.openxmlformats.org/officeDocument/2006/relationships/slide" Target="slides/slide20.xml"/><Relationship Id="rId36" Type="http://schemas.openxmlformats.org/officeDocument/2006/relationships/slide" Target="slides/slide28.xml"/><Relationship Id="rId49" Type="http://schemas.openxmlformats.org/officeDocument/2006/relationships/slide" Target="slides/slide41.xml"/><Relationship Id="rId57" Type="http://schemas.openxmlformats.org/officeDocument/2006/relationships/slide" Target="slides/slide49.xml"/><Relationship Id="rId10" Type="http://schemas.openxmlformats.org/officeDocument/2006/relationships/slide" Target="slides/slide2.xml"/><Relationship Id="rId31" Type="http://schemas.openxmlformats.org/officeDocument/2006/relationships/slide" Target="slides/slide23.xml"/><Relationship Id="rId44" Type="http://schemas.openxmlformats.org/officeDocument/2006/relationships/slide" Target="slides/slide36.xml"/><Relationship Id="rId52" Type="http://schemas.openxmlformats.org/officeDocument/2006/relationships/slide" Target="slides/slide44.xml"/><Relationship Id="rId60" Type="http://schemas.openxmlformats.org/officeDocument/2006/relationships/slide" Target="slides/slide52.xml"/><Relationship Id="rId65" Type="http://schemas.openxmlformats.org/officeDocument/2006/relationships/slide" Target="slides/slide57.xml"/><Relationship Id="rId73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39" Type="http://schemas.openxmlformats.org/officeDocument/2006/relationships/slide" Target="slides/slide31.xml"/><Relationship Id="rId34" Type="http://schemas.openxmlformats.org/officeDocument/2006/relationships/slide" Target="slides/slide26.xml"/><Relationship Id="rId50" Type="http://schemas.openxmlformats.org/officeDocument/2006/relationships/slide" Target="slides/slide42.xml"/><Relationship Id="rId55" Type="http://schemas.openxmlformats.org/officeDocument/2006/relationships/slide" Target="slides/slide47.xml"/><Relationship Id="rId76" Type="http://schemas.microsoft.com/office/2016/11/relationships/changesInfo" Target="changesInfos/changesInfo1.xml"/><Relationship Id="rId7" Type="http://schemas.openxmlformats.org/officeDocument/2006/relationships/slideMaster" Target="slideMasters/slideMaster4.xml"/><Relationship Id="rId71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29" Type="http://schemas.openxmlformats.org/officeDocument/2006/relationships/slide" Target="slides/slide2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ugo Menezes do N. Vasconcelos" userId="ab768b6c-b4da-44c6-b4c6-52acb4ecbb6f" providerId="ADAL" clId="{C3F98C9B-2342-4FD2-A576-D5F6985D811B}"/>
    <pc:docChg chg="undo custSel modSld addSection modSection">
      <pc:chgData name="Hugo Menezes do N. Vasconcelos" userId="ab768b6c-b4da-44c6-b4c6-52acb4ecbb6f" providerId="ADAL" clId="{C3F98C9B-2342-4FD2-A576-D5F6985D811B}" dt="2024-07-29T13:59:49.785" v="3596" actId="20577"/>
      <pc:docMkLst>
        <pc:docMk/>
      </pc:docMkLst>
      <pc:sldChg chg="addSp delSp modSp mod setBg">
        <pc:chgData name="Hugo Menezes do N. Vasconcelos" userId="ab768b6c-b4da-44c6-b4c6-52acb4ecbb6f" providerId="ADAL" clId="{C3F98C9B-2342-4FD2-A576-D5F6985D811B}" dt="2024-07-17T16:35:20.505" v="1278" actId="1076"/>
        <pc:sldMkLst>
          <pc:docMk/>
          <pc:sldMk cId="0" sldId="256"/>
        </pc:sldMkLst>
      </pc:sldChg>
      <pc:sldChg chg="addSp delSp modSp mod">
        <pc:chgData name="Hugo Menezes do N. Vasconcelos" userId="ab768b6c-b4da-44c6-b4c6-52acb4ecbb6f" providerId="ADAL" clId="{C3F98C9B-2342-4FD2-A576-D5F6985D811B}" dt="2024-07-19T18:10:07.992" v="3577" actId="114"/>
        <pc:sldMkLst>
          <pc:docMk/>
          <pc:sldMk cId="745156614" sldId="404"/>
        </pc:sldMkLst>
      </pc:sldChg>
      <pc:sldChg chg="addSp delSp modSp mod">
        <pc:chgData name="Hugo Menezes do N. Vasconcelos" userId="ab768b6c-b4da-44c6-b4c6-52acb4ecbb6f" providerId="ADAL" clId="{C3F98C9B-2342-4FD2-A576-D5F6985D811B}" dt="2024-07-17T17:27:02.968" v="3180" actId="478"/>
        <pc:sldMkLst>
          <pc:docMk/>
          <pc:sldMk cId="1845429319" sldId="702"/>
        </pc:sldMkLst>
      </pc:sldChg>
      <pc:sldChg chg="addSp delSp modSp mod">
        <pc:chgData name="Hugo Menezes do N. Vasconcelos" userId="ab768b6c-b4da-44c6-b4c6-52acb4ecbb6f" providerId="ADAL" clId="{C3F98C9B-2342-4FD2-A576-D5F6985D811B}" dt="2024-07-17T18:03:46.437" v="3324" actId="20577"/>
        <pc:sldMkLst>
          <pc:docMk/>
          <pc:sldMk cId="247828444" sldId="859"/>
        </pc:sldMkLst>
      </pc:sldChg>
      <pc:sldChg chg="addSp delSp modSp mod">
        <pc:chgData name="Hugo Menezes do N. Vasconcelos" userId="ab768b6c-b4da-44c6-b4c6-52acb4ecbb6f" providerId="ADAL" clId="{C3F98C9B-2342-4FD2-A576-D5F6985D811B}" dt="2024-07-17T17:23:50.563" v="3116"/>
        <pc:sldMkLst>
          <pc:docMk/>
          <pc:sldMk cId="3013753073" sldId="860"/>
        </pc:sldMkLst>
      </pc:sldChg>
      <pc:sldChg chg="addSp delSp modSp mod">
        <pc:chgData name="Hugo Menezes do N. Vasconcelos" userId="ab768b6c-b4da-44c6-b4c6-52acb4ecbb6f" providerId="ADAL" clId="{C3F98C9B-2342-4FD2-A576-D5F6985D811B}" dt="2024-07-17T19:19:36.581" v="3461" actId="1076"/>
        <pc:sldMkLst>
          <pc:docMk/>
          <pc:sldMk cId="3008895721" sldId="889"/>
        </pc:sldMkLst>
      </pc:sldChg>
      <pc:sldChg chg="addSp delSp modSp mod">
        <pc:chgData name="Hugo Menezes do N. Vasconcelos" userId="ab768b6c-b4da-44c6-b4c6-52acb4ecbb6f" providerId="ADAL" clId="{C3F98C9B-2342-4FD2-A576-D5F6985D811B}" dt="2024-07-17T17:24:33.633" v="3143"/>
        <pc:sldMkLst>
          <pc:docMk/>
          <pc:sldMk cId="3251874056" sldId="922"/>
        </pc:sldMkLst>
      </pc:sldChg>
      <pc:sldChg chg="addSp delSp modSp mod">
        <pc:chgData name="Hugo Menezes do N. Vasconcelos" userId="ab768b6c-b4da-44c6-b4c6-52acb4ecbb6f" providerId="ADAL" clId="{C3F98C9B-2342-4FD2-A576-D5F6985D811B}" dt="2024-07-17T18:56:09.540" v="3420" actId="207"/>
        <pc:sldMkLst>
          <pc:docMk/>
          <pc:sldMk cId="1199626130" sldId="938"/>
        </pc:sldMkLst>
      </pc:sldChg>
      <pc:sldChg chg="addSp delSp modSp mod">
        <pc:chgData name="Hugo Menezes do N. Vasconcelos" userId="ab768b6c-b4da-44c6-b4c6-52acb4ecbb6f" providerId="ADAL" clId="{C3F98C9B-2342-4FD2-A576-D5F6985D811B}" dt="2024-07-29T13:59:49.785" v="3596" actId="20577"/>
        <pc:sldMkLst>
          <pc:docMk/>
          <pc:sldMk cId="4019355993" sldId="959"/>
        </pc:sldMkLst>
      </pc:sldChg>
      <pc:sldChg chg="addSp delSp modSp mod">
        <pc:chgData name="Hugo Menezes do N. Vasconcelos" userId="ab768b6c-b4da-44c6-b4c6-52acb4ecbb6f" providerId="ADAL" clId="{C3F98C9B-2342-4FD2-A576-D5F6985D811B}" dt="2024-07-17T18:57:40.132" v="3439" actId="207"/>
        <pc:sldMkLst>
          <pc:docMk/>
          <pc:sldMk cId="1634413420" sldId="961"/>
        </pc:sldMkLst>
      </pc:sldChg>
      <pc:sldChg chg="addSp delSp modSp mod">
        <pc:chgData name="Hugo Menezes do N. Vasconcelos" userId="ab768b6c-b4da-44c6-b4c6-52acb4ecbb6f" providerId="ADAL" clId="{C3F98C9B-2342-4FD2-A576-D5F6985D811B}" dt="2024-07-17T19:18:50.519" v="3446" actId="114"/>
        <pc:sldMkLst>
          <pc:docMk/>
          <pc:sldMk cId="3654676277" sldId="962"/>
        </pc:sldMkLst>
      </pc:sldChg>
      <pc:sldChg chg="addSp delSp modSp mod">
        <pc:chgData name="Hugo Menezes do N. Vasconcelos" userId="ab768b6c-b4da-44c6-b4c6-52acb4ecbb6f" providerId="ADAL" clId="{C3F98C9B-2342-4FD2-A576-D5F6985D811B}" dt="2024-07-17T17:24:27.924" v="3141" actId="1038"/>
        <pc:sldMkLst>
          <pc:docMk/>
          <pc:sldMk cId="1881140298" sldId="968"/>
        </pc:sldMkLst>
      </pc:sldChg>
      <pc:sldChg chg="addSp delSp modSp mod setBg">
        <pc:chgData name="Hugo Menezes do N. Vasconcelos" userId="ab768b6c-b4da-44c6-b4c6-52acb4ecbb6f" providerId="ADAL" clId="{C3F98C9B-2342-4FD2-A576-D5F6985D811B}" dt="2024-07-17T17:30:38.155" v="3314"/>
        <pc:sldMkLst>
          <pc:docMk/>
          <pc:sldMk cId="0" sldId="969"/>
        </pc:sldMkLst>
      </pc:sldChg>
      <pc:sldChg chg="addSp delSp modSp mod setBg">
        <pc:chgData name="Hugo Menezes do N. Vasconcelos" userId="ab768b6c-b4da-44c6-b4c6-52acb4ecbb6f" providerId="ADAL" clId="{C3F98C9B-2342-4FD2-A576-D5F6985D811B}" dt="2024-07-17T16:38:26.578" v="1315"/>
        <pc:sldMkLst>
          <pc:docMk/>
          <pc:sldMk cId="1870169789" sldId="970"/>
        </pc:sldMkLst>
      </pc:sldChg>
      <pc:sldChg chg="addSp delSp modSp mod setBg">
        <pc:chgData name="Hugo Menezes do N. Vasconcelos" userId="ab768b6c-b4da-44c6-b4c6-52acb4ecbb6f" providerId="ADAL" clId="{C3F98C9B-2342-4FD2-A576-D5F6985D811B}" dt="2024-07-17T17:22:37.285" v="3091" actId="20577"/>
        <pc:sldMkLst>
          <pc:docMk/>
          <pc:sldMk cId="428479103" sldId="971"/>
        </pc:sldMkLst>
      </pc:sldChg>
      <pc:sldChg chg="addSp delSp modSp mod setBg">
        <pc:chgData name="Hugo Menezes do N. Vasconcelos" userId="ab768b6c-b4da-44c6-b4c6-52acb4ecbb6f" providerId="ADAL" clId="{C3F98C9B-2342-4FD2-A576-D5F6985D811B}" dt="2024-07-17T16:38:47.290" v="1321"/>
        <pc:sldMkLst>
          <pc:docMk/>
          <pc:sldMk cId="1255475229" sldId="972"/>
        </pc:sldMkLst>
      </pc:sldChg>
      <pc:sldChg chg="addSp delSp modSp mod setBg">
        <pc:chgData name="Hugo Menezes do N. Vasconcelos" userId="ab768b6c-b4da-44c6-b4c6-52acb4ecbb6f" providerId="ADAL" clId="{C3F98C9B-2342-4FD2-A576-D5F6985D811B}" dt="2024-07-17T16:39:07.228" v="1327"/>
        <pc:sldMkLst>
          <pc:docMk/>
          <pc:sldMk cId="969032770" sldId="973"/>
        </pc:sldMkLst>
      </pc:sldChg>
      <pc:sldChg chg="addSp delSp modSp mod setBg">
        <pc:chgData name="Hugo Menezes do N. Vasconcelos" userId="ab768b6c-b4da-44c6-b4c6-52acb4ecbb6f" providerId="ADAL" clId="{C3F98C9B-2342-4FD2-A576-D5F6985D811B}" dt="2024-07-17T19:23:47.702" v="3476" actId="207"/>
        <pc:sldMkLst>
          <pc:docMk/>
          <pc:sldMk cId="1566977773" sldId="974"/>
        </pc:sldMkLst>
      </pc:sldChg>
      <pc:sldChg chg="addSp delSp modSp mod setBg">
        <pc:chgData name="Hugo Menezes do N. Vasconcelos" userId="ab768b6c-b4da-44c6-b4c6-52acb4ecbb6f" providerId="ADAL" clId="{C3F98C9B-2342-4FD2-A576-D5F6985D811B}" dt="2024-07-17T19:24:05.746" v="3479" actId="1076"/>
        <pc:sldMkLst>
          <pc:docMk/>
          <pc:sldMk cId="3240788781" sldId="975"/>
        </pc:sldMkLst>
      </pc:sldChg>
      <pc:sldChg chg="addSp delSp modSp mod">
        <pc:chgData name="Hugo Menezes do N. Vasconcelos" userId="ab768b6c-b4da-44c6-b4c6-52acb4ecbb6f" providerId="ADAL" clId="{C3F98C9B-2342-4FD2-A576-D5F6985D811B}" dt="2024-07-17T19:30:34.792" v="3562" actId="14100"/>
        <pc:sldMkLst>
          <pc:docMk/>
          <pc:sldMk cId="3818202078" sldId="976"/>
        </pc:sldMkLst>
      </pc:sldChg>
      <pc:sldChg chg="setBg">
        <pc:chgData name="Hugo Menezes do N. Vasconcelos" userId="ab768b6c-b4da-44c6-b4c6-52acb4ecbb6f" providerId="ADAL" clId="{C3F98C9B-2342-4FD2-A576-D5F6985D811B}" dt="2024-07-17T19:26:23.582" v="3480"/>
        <pc:sldMkLst>
          <pc:docMk/>
          <pc:sldMk cId="2096216363" sldId="977"/>
        </pc:sldMkLst>
      </pc:sldChg>
      <pc:sldChg chg="addSp delSp modSp mod">
        <pc:chgData name="Hugo Menezes do N. Vasconcelos" userId="ab768b6c-b4da-44c6-b4c6-52acb4ecbb6f" providerId="ADAL" clId="{C3F98C9B-2342-4FD2-A576-D5F6985D811B}" dt="2024-07-17T17:26:06.010" v="3168"/>
        <pc:sldMkLst>
          <pc:docMk/>
          <pc:sldMk cId="4028990484" sldId="978"/>
        </pc:sldMkLst>
      </pc:sldChg>
      <pc:sldChg chg="addSp delSp modSp mod setBg">
        <pc:chgData name="Hugo Menezes do N. Vasconcelos" userId="ab768b6c-b4da-44c6-b4c6-52acb4ecbb6f" providerId="ADAL" clId="{C3F98C9B-2342-4FD2-A576-D5F6985D811B}" dt="2024-07-17T16:38:57.042" v="1324"/>
        <pc:sldMkLst>
          <pc:docMk/>
          <pc:sldMk cId="1872645309" sldId="979"/>
        </pc:sldMkLst>
      </pc:sldChg>
      <pc:sldChg chg="addSp delSp modSp mod">
        <pc:chgData name="Hugo Menezes do N. Vasconcelos" userId="ab768b6c-b4da-44c6-b4c6-52acb4ecbb6f" providerId="ADAL" clId="{C3F98C9B-2342-4FD2-A576-D5F6985D811B}" dt="2024-07-17T17:27:22.651" v="3182"/>
        <pc:sldMkLst>
          <pc:docMk/>
          <pc:sldMk cId="581720823" sldId="980"/>
        </pc:sldMkLst>
      </pc:sldChg>
    </pc:docChg>
  </pc:docChgLst>
  <pc:docChgLst>
    <pc:chgData name="Hugo Menezes do N. Vasconcelos" userId="ab768b6c-b4da-44c6-b4c6-52acb4ecbb6f" providerId="ADAL" clId="{2B95FAF9-CBD9-4A78-929C-235F4D35FBA0}"/>
    <pc:docChg chg="undo custSel delSld modSld modSection">
      <pc:chgData name="Hugo Menezes do N. Vasconcelos" userId="ab768b6c-b4da-44c6-b4c6-52acb4ecbb6f" providerId="ADAL" clId="{2B95FAF9-CBD9-4A78-929C-235F4D35FBA0}" dt="2025-01-31T14:41:13.825" v="640" actId="1076"/>
      <pc:docMkLst>
        <pc:docMk/>
      </pc:docMkLst>
      <pc:sldChg chg="addSp delSp modSp mod">
        <pc:chgData name="Hugo Menezes do N. Vasconcelos" userId="ab768b6c-b4da-44c6-b4c6-52acb4ecbb6f" providerId="ADAL" clId="{2B95FAF9-CBD9-4A78-929C-235F4D35FBA0}" dt="2025-01-31T14:38:51.470" v="561" actId="478"/>
        <pc:sldMkLst>
          <pc:docMk/>
          <pc:sldMk cId="0" sldId="256"/>
        </pc:sldMkLst>
        <pc:spChg chg="add del">
          <ac:chgData name="Hugo Menezes do N. Vasconcelos" userId="ab768b6c-b4da-44c6-b4c6-52acb4ecbb6f" providerId="ADAL" clId="{2B95FAF9-CBD9-4A78-929C-235F4D35FBA0}" dt="2025-01-31T14:37:09.786" v="548" actId="22"/>
          <ac:spMkLst>
            <pc:docMk/>
            <pc:sldMk cId="0" sldId="256"/>
            <ac:spMk id="5" creationId="{98912CA9-2132-9D15-488C-968A7B2B8085}"/>
          </ac:spMkLst>
        </pc:spChg>
        <pc:spChg chg="mod">
          <ac:chgData name="Hugo Menezes do N. Vasconcelos" userId="ab768b6c-b4da-44c6-b4c6-52acb4ecbb6f" providerId="ADAL" clId="{2B95FAF9-CBD9-4A78-929C-235F4D35FBA0}" dt="2025-01-29T13:37:06.957" v="72" actId="14100"/>
          <ac:spMkLst>
            <pc:docMk/>
            <pc:sldMk cId="0" sldId="256"/>
            <ac:spMk id="7" creationId="{00000000-0000-0000-0000-000000000000}"/>
          </ac:spMkLst>
        </pc:spChg>
        <pc:spChg chg="add del">
          <ac:chgData name="Hugo Menezes do N. Vasconcelos" userId="ab768b6c-b4da-44c6-b4c6-52acb4ecbb6f" providerId="ADAL" clId="{2B95FAF9-CBD9-4A78-929C-235F4D35FBA0}" dt="2025-01-31T14:37:14.918" v="550" actId="478"/>
          <ac:spMkLst>
            <pc:docMk/>
            <pc:sldMk cId="0" sldId="256"/>
            <ac:spMk id="8" creationId="{59FBCD38-AAA1-3D18-487C-9CC8014E964D}"/>
          </ac:spMkLst>
        </pc:spChg>
        <pc:picChg chg="add del mod">
          <ac:chgData name="Hugo Menezes do N. Vasconcelos" userId="ab768b6c-b4da-44c6-b4c6-52acb4ecbb6f" providerId="ADAL" clId="{2B95FAF9-CBD9-4A78-929C-235F4D35FBA0}" dt="2025-01-31T14:36:38.650" v="546" actId="478"/>
          <ac:picMkLst>
            <pc:docMk/>
            <pc:sldMk cId="0" sldId="256"/>
            <ac:picMk id="3" creationId="{878D2FD6-8ABF-BB6B-6C6D-AE29C411F6A1}"/>
          </ac:picMkLst>
        </pc:picChg>
        <pc:picChg chg="add del mod">
          <ac:chgData name="Hugo Menezes do N. Vasconcelos" userId="ab768b6c-b4da-44c6-b4c6-52acb4ecbb6f" providerId="ADAL" clId="{2B95FAF9-CBD9-4A78-929C-235F4D35FBA0}" dt="2025-01-31T14:38:26.694" v="555" actId="478"/>
          <ac:picMkLst>
            <pc:docMk/>
            <pc:sldMk cId="0" sldId="256"/>
            <ac:picMk id="12" creationId="{024EDE1C-93FF-5BC6-9CF8-2872F836C17C}"/>
          </ac:picMkLst>
        </pc:picChg>
        <pc:picChg chg="add del mod">
          <ac:chgData name="Hugo Menezes do N. Vasconcelos" userId="ab768b6c-b4da-44c6-b4c6-52acb4ecbb6f" providerId="ADAL" clId="{2B95FAF9-CBD9-4A78-929C-235F4D35FBA0}" dt="2025-01-31T14:38:33.788" v="557" actId="478"/>
          <ac:picMkLst>
            <pc:docMk/>
            <pc:sldMk cId="0" sldId="256"/>
            <ac:picMk id="15" creationId="{61C0520F-DFD3-074B-A5D4-CF2332B59FB3}"/>
          </ac:picMkLst>
        </pc:picChg>
        <pc:picChg chg="add del mod">
          <ac:chgData name="Hugo Menezes do N. Vasconcelos" userId="ab768b6c-b4da-44c6-b4c6-52acb4ecbb6f" providerId="ADAL" clId="{2B95FAF9-CBD9-4A78-929C-235F4D35FBA0}" dt="2025-01-31T14:38:51.470" v="561" actId="478"/>
          <ac:picMkLst>
            <pc:docMk/>
            <pc:sldMk cId="0" sldId="256"/>
            <ac:picMk id="17" creationId="{7D9A1436-1B45-6C91-5153-494F6A428E52}"/>
          </ac:picMkLst>
        </pc:picChg>
      </pc:sldChg>
      <pc:sldChg chg="addSp delSp modSp mod">
        <pc:chgData name="Hugo Menezes do N. Vasconcelos" userId="ab768b6c-b4da-44c6-b4c6-52acb4ecbb6f" providerId="ADAL" clId="{2B95FAF9-CBD9-4A78-929C-235F4D35FBA0}" dt="2025-01-29T13:48:16.602" v="428" actId="208"/>
        <pc:sldMkLst>
          <pc:docMk/>
          <pc:sldMk cId="745156614" sldId="404"/>
        </pc:sldMkLst>
        <pc:spChg chg="add mod">
          <ac:chgData name="Hugo Menezes do N. Vasconcelos" userId="ab768b6c-b4da-44c6-b4c6-52acb4ecbb6f" providerId="ADAL" clId="{2B95FAF9-CBD9-4A78-929C-235F4D35FBA0}" dt="2025-01-29T13:47:52.820" v="425" actId="207"/>
          <ac:spMkLst>
            <pc:docMk/>
            <pc:sldMk cId="745156614" sldId="404"/>
            <ac:spMk id="4" creationId="{27664BC4-8978-D203-4DFD-535FFAAFF0F2}"/>
          </ac:spMkLst>
        </pc:spChg>
        <pc:spChg chg="add mod">
          <ac:chgData name="Hugo Menezes do N. Vasconcelos" userId="ab768b6c-b4da-44c6-b4c6-52acb4ecbb6f" providerId="ADAL" clId="{2B95FAF9-CBD9-4A78-929C-235F4D35FBA0}" dt="2025-01-29T13:47:33.061" v="419" actId="1076"/>
          <ac:spMkLst>
            <pc:docMk/>
            <pc:sldMk cId="745156614" sldId="404"/>
            <ac:spMk id="5" creationId="{B629F19A-5199-276F-80E6-20FA5C809690}"/>
          </ac:spMkLst>
        </pc:spChg>
        <pc:spChg chg="mod">
          <ac:chgData name="Hugo Menezes do N. Vasconcelos" userId="ab768b6c-b4da-44c6-b4c6-52acb4ecbb6f" providerId="ADAL" clId="{2B95FAF9-CBD9-4A78-929C-235F4D35FBA0}" dt="2025-01-29T13:48:16.602" v="428" actId="208"/>
          <ac:spMkLst>
            <pc:docMk/>
            <pc:sldMk cId="745156614" sldId="404"/>
            <ac:spMk id="18" creationId="{C291FB5F-CE56-3D6F-ACDC-842AAA25E75C}"/>
          </ac:spMkLst>
        </pc:spChg>
        <pc:spChg chg="mod">
          <ac:chgData name="Hugo Menezes do N. Vasconcelos" userId="ab768b6c-b4da-44c6-b4c6-52acb4ecbb6f" providerId="ADAL" clId="{2B95FAF9-CBD9-4A78-929C-235F4D35FBA0}" dt="2025-01-29T13:47:49.285" v="424" actId="1076"/>
          <ac:spMkLst>
            <pc:docMk/>
            <pc:sldMk cId="745156614" sldId="404"/>
            <ac:spMk id="88" creationId="{3979A187-249C-4116-A8A5-86A239125754}"/>
          </ac:spMkLst>
        </pc:spChg>
        <pc:spChg chg="mod">
          <ac:chgData name="Hugo Menezes do N. Vasconcelos" userId="ab768b6c-b4da-44c6-b4c6-52acb4ecbb6f" providerId="ADAL" clId="{2B95FAF9-CBD9-4A78-929C-235F4D35FBA0}" dt="2025-01-29T13:47:19.050" v="408" actId="21"/>
          <ac:spMkLst>
            <pc:docMk/>
            <pc:sldMk cId="745156614" sldId="404"/>
            <ac:spMk id="90" creationId="{4779DC4F-5CB0-4909-ABB9-90694A1D4197}"/>
          </ac:spMkLst>
        </pc:spChg>
        <pc:picChg chg="mod">
          <ac:chgData name="Hugo Menezes do N. Vasconcelos" userId="ab768b6c-b4da-44c6-b4c6-52acb4ecbb6f" providerId="ADAL" clId="{2B95FAF9-CBD9-4A78-929C-235F4D35FBA0}" dt="2025-01-29T13:47:44.679" v="423" actId="1076"/>
          <ac:picMkLst>
            <pc:docMk/>
            <pc:sldMk cId="745156614" sldId="404"/>
            <ac:picMk id="6" creationId="{2CF875CF-42BF-D613-1935-604BAED449D9}"/>
          </ac:picMkLst>
        </pc:picChg>
      </pc:sldChg>
      <pc:sldChg chg="modSp mod modAnim">
        <pc:chgData name="Hugo Menezes do N. Vasconcelos" userId="ab768b6c-b4da-44c6-b4c6-52acb4ecbb6f" providerId="ADAL" clId="{2B95FAF9-CBD9-4A78-929C-235F4D35FBA0}" dt="2025-01-29T13:35:57.008" v="40"/>
        <pc:sldMkLst>
          <pc:docMk/>
          <pc:sldMk cId="1634413420" sldId="961"/>
        </pc:sldMkLst>
        <pc:spChg chg="mod">
          <ac:chgData name="Hugo Menezes do N. Vasconcelos" userId="ab768b6c-b4da-44c6-b4c6-52acb4ecbb6f" providerId="ADAL" clId="{2B95FAF9-CBD9-4A78-929C-235F4D35FBA0}" dt="2025-01-29T13:34:55.301" v="36" actId="14100"/>
          <ac:spMkLst>
            <pc:docMk/>
            <pc:sldMk cId="1634413420" sldId="961"/>
            <ac:spMk id="12" creationId="{21E96976-9165-4BF3-BC6C-EDBDAAA1FBF8}"/>
          </ac:spMkLst>
        </pc:spChg>
        <pc:spChg chg="mod">
          <ac:chgData name="Hugo Menezes do N. Vasconcelos" userId="ab768b6c-b4da-44c6-b4c6-52acb4ecbb6f" providerId="ADAL" clId="{2B95FAF9-CBD9-4A78-929C-235F4D35FBA0}" dt="2025-01-29T13:34:59.390" v="37" actId="14100"/>
          <ac:spMkLst>
            <pc:docMk/>
            <pc:sldMk cId="1634413420" sldId="961"/>
            <ac:spMk id="18" creationId="{64F1AD21-F135-47FD-9339-EAD9A1C84B56}"/>
          </ac:spMkLst>
        </pc:spChg>
      </pc:sldChg>
      <pc:sldChg chg="del">
        <pc:chgData name="Hugo Menezes do N. Vasconcelos" userId="ab768b6c-b4da-44c6-b4c6-52acb4ecbb6f" providerId="ADAL" clId="{2B95FAF9-CBD9-4A78-929C-235F4D35FBA0}" dt="2025-01-29T13:52:33.378" v="429" actId="47"/>
        <pc:sldMkLst>
          <pc:docMk/>
          <pc:sldMk cId="1566977773" sldId="974"/>
        </pc:sldMkLst>
      </pc:sldChg>
      <pc:sldChg chg="modSp mod">
        <pc:chgData name="Hugo Menezes do N. Vasconcelos" userId="ab768b6c-b4da-44c6-b4c6-52acb4ecbb6f" providerId="ADAL" clId="{2B95FAF9-CBD9-4A78-929C-235F4D35FBA0}" dt="2025-01-29T13:54:04.305" v="500" actId="207"/>
        <pc:sldMkLst>
          <pc:docMk/>
          <pc:sldMk cId="3240788781" sldId="975"/>
        </pc:sldMkLst>
        <pc:spChg chg="mod">
          <ac:chgData name="Hugo Menezes do N. Vasconcelos" userId="ab768b6c-b4da-44c6-b4c6-52acb4ecbb6f" providerId="ADAL" clId="{2B95FAF9-CBD9-4A78-929C-235F4D35FBA0}" dt="2025-01-29T13:54:04.305" v="500" actId="207"/>
          <ac:spMkLst>
            <pc:docMk/>
            <pc:sldMk cId="3240788781" sldId="975"/>
            <ac:spMk id="5" creationId="{A6EBEA50-C057-FAE3-8AD3-D6F4DC5EDCC6}"/>
          </ac:spMkLst>
        </pc:spChg>
        <pc:picChg chg="mod">
          <ac:chgData name="Hugo Menezes do N. Vasconcelos" userId="ab768b6c-b4da-44c6-b4c6-52acb4ecbb6f" providerId="ADAL" clId="{2B95FAF9-CBD9-4A78-929C-235F4D35FBA0}" dt="2025-01-29T13:52:46.407" v="430" actId="1076"/>
          <ac:picMkLst>
            <pc:docMk/>
            <pc:sldMk cId="3240788781" sldId="975"/>
            <ac:picMk id="4" creationId="{920BFD32-598F-6D18-58CB-1BFF6FD7C7D0}"/>
          </ac:picMkLst>
        </pc:picChg>
      </pc:sldChg>
      <pc:sldChg chg="addSp modSp mod">
        <pc:chgData name="Hugo Menezes do N. Vasconcelos" userId="ab768b6c-b4da-44c6-b4c6-52acb4ecbb6f" providerId="ADAL" clId="{2B95FAF9-CBD9-4A78-929C-235F4D35FBA0}" dt="2025-01-31T14:41:13.825" v="640" actId="1076"/>
        <pc:sldMkLst>
          <pc:docMk/>
          <pc:sldMk cId="581720823" sldId="980"/>
        </pc:sldMkLst>
        <pc:spChg chg="add mod">
          <ac:chgData name="Hugo Menezes do N. Vasconcelos" userId="ab768b6c-b4da-44c6-b4c6-52acb4ecbb6f" providerId="ADAL" clId="{2B95FAF9-CBD9-4A78-929C-235F4D35FBA0}" dt="2025-01-31T14:41:13.825" v="640" actId="1076"/>
          <ac:spMkLst>
            <pc:docMk/>
            <pc:sldMk cId="581720823" sldId="980"/>
            <ac:spMk id="2" creationId="{D1983032-1190-9291-8470-1018CF6E3AFB}"/>
          </ac:spMkLst>
        </pc:spChg>
      </pc:sldChg>
    </pc:docChg>
  </pc:docChgLst>
  <pc:docChgLst>
    <pc:chgData name="Hugo Menezes do N. Vasconcelos" userId="ab768b6c-b4da-44c6-b4c6-52acb4ecbb6f" providerId="ADAL" clId="{80C04D92-B1C3-4CA8-959E-EBF0CD17C26D}"/>
    <pc:docChg chg="undo custSel addSld delSld modSld">
      <pc:chgData name="Hugo Menezes do N. Vasconcelos" userId="ab768b6c-b4da-44c6-b4c6-52acb4ecbb6f" providerId="ADAL" clId="{80C04D92-B1C3-4CA8-959E-EBF0CD17C26D}" dt="2023-07-19T16:53:06.428" v="88" actId="20577"/>
      <pc:docMkLst>
        <pc:docMk/>
      </pc:docMkLst>
      <pc:sldChg chg="modSp mod">
        <pc:chgData name="Hugo Menezes do N. Vasconcelos" userId="ab768b6c-b4da-44c6-b4c6-52acb4ecbb6f" providerId="ADAL" clId="{80C04D92-B1C3-4CA8-959E-EBF0CD17C26D}" dt="2023-07-19T16:52:05.029" v="84" actId="20577"/>
        <pc:sldMkLst>
          <pc:docMk/>
          <pc:sldMk cId="1199626130" sldId="938"/>
        </pc:sldMkLst>
      </pc:sldChg>
      <pc:sldChg chg="modSp mod">
        <pc:chgData name="Hugo Menezes do N. Vasconcelos" userId="ab768b6c-b4da-44c6-b4c6-52acb4ecbb6f" providerId="ADAL" clId="{80C04D92-B1C3-4CA8-959E-EBF0CD17C26D}" dt="2023-07-19T16:53:06.428" v="88" actId="20577"/>
        <pc:sldMkLst>
          <pc:docMk/>
          <pc:sldMk cId="3818202078" sldId="976"/>
        </pc:sldMkLst>
      </pc:sldChg>
      <pc:sldChg chg="addSp delSp modSp add del mod">
        <pc:chgData name="Hugo Menezes do N. Vasconcelos" userId="ab768b6c-b4da-44c6-b4c6-52acb4ecbb6f" providerId="ADAL" clId="{80C04D92-B1C3-4CA8-959E-EBF0CD17C26D}" dt="2023-07-19T16:52:07.062" v="85" actId="47"/>
        <pc:sldMkLst>
          <pc:docMk/>
          <pc:sldMk cId="939254462" sldId="980"/>
        </pc:sldMkLst>
      </pc:sldChg>
    </pc:docChg>
  </pc:docChgLst>
  <pc:docChgLst>
    <pc:chgData name="Gabriela Fontes Deiro Ferreira" userId="7bd065ea-be16-4d96-8ed2-9f718af0be7d" providerId="ADAL" clId="{24527559-9CB8-4840-A5CB-54DC72CA419E}"/>
    <pc:docChg chg="undo custSel addSld delSld modSld sldOrd delMainMaster">
      <pc:chgData name="Gabriela Fontes Deiro Ferreira" userId="7bd065ea-be16-4d96-8ed2-9f718af0be7d" providerId="ADAL" clId="{24527559-9CB8-4840-A5CB-54DC72CA419E}" dt="2023-07-18T13:24:52.634" v="304" actId="20577"/>
      <pc:docMkLst>
        <pc:docMk/>
      </pc:docMkLst>
      <pc:sldChg chg="modSp add del mod setBg">
        <pc:chgData name="Gabriela Fontes Deiro Ferreira" userId="7bd065ea-be16-4d96-8ed2-9f718af0be7d" providerId="ADAL" clId="{24527559-9CB8-4840-A5CB-54DC72CA419E}" dt="2023-07-13T16:41:58.628" v="117" actId="404"/>
        <pc:sldMkLst>
          <pc:docMk/>
          <pc:sldMk cId="0" sldId="256"/>
        </pc:sldMkLst>
      </pc:sldChg>
      <pc:sldChg chg="del">
        <pc:chgData name="Gabriela Fontes Deiro Ferreira" userId="7bd065ea-be16-4d96-8ed2-9f718af0be7d" providerId="ADAL" clId="{24527559-9CB8-4840-A5CB-54DC72CA419E}" dt="2023-07-13T16:25:12.541" v="35" actId="47"/>
        <pc:sldMkLst>
          <pc:docMk/>
          <pc:sldMk cId="386551379" sldId="257"/>
        </pc:sldMkLst>
      </pc:sldChg>
      <pc:sldChg chg="modSp mod">
        <pc:chgData name="Gabriela Fontes Deiro Ferreira" userId="7bd065ea-be16-4d96-8ed2-9f718af0be7d" providerId="ADAL" clId="{24527559-9CB8-4840-A5CB-54DC72CA419E}" dt="2023-07-18T13:24:09.697" v="281" actId="20577"/>
        <pc:sldMkLst>
          <pc:docMk/>
          <pc:sldMk cId="745156614" sldId="404"/>
        </pc:sldMkLst>
      </pc:sldChg>
      <pc:sldChg chg="del">
        <pc:chgData name="Gabriela Fontes Deiro Ferreira" userId="7bd065ea-be16-4d96-8ed2-9f718af0be7d" providerId="ADAL" clId="{24527559-9CB8-4840-A5CB-54DC72CA419E}" dt="2023-07-13T16:36:35.422" v="72" actId="47"/>
        <pc:sldMkLst>
          <pc:docMk/>
          <pc:sldMk cId="1281161816" sldId="407"/>
        </pc:sldMkLst>
      </pc:sldChg>
      <pc:sldChg chg="del setBg">
        <pc:chgData name="Gabriela Fontes Deiro Ferreira" userId="7bd065ea-be16-4d96-8ed2-9f718af0be7d" providerId="ADAL" clId="{24527559-9CB8-4840-A5CB-54DC72CA419E}" dt="2023-07-13T16:24:18.331" v="30" actId="47"/>
        <pc:sldMkLst>
          <pc:docMk/>
          <pc:sldMk cId="2736469596" sldId="854"/>
        </pc:sldMkLst>
      </pc:sldChg>
      <pc:sldChg chg="del">
        <pc:chgData name="Gabriela Fontes Deiro Ferreira" userId="7bd065ea-be16-4d96-8ed2-9f718af0be7d" providerId="ADAL" clId="{24527559-9CB8-4840-A5CB-54DC72CA419E}" dt="2023-07-13T16:25:50.233" v="39" actId="47"/>
        <pc:sldMkLst>
          <pc:docMk/>
          <pc:sldMk cId="1746096357" sldId="858"/>
        </pc:sldMkLst>
      </pc:sldChg>
      <pc:sldChg chg="del">
        <pc:chgData name="Gabriela Fontes Deiro Ferreira" userId="7bd065ea-be16-4d96-8ed2-9f718af0be7d" providerId="ADAL" clId="{24527559-9CB8-4840-A5CB-54DC72CA419E}" dt="2023-07-13T16:26:27.887" v="44" actId="47"/>
        <pc:sldMkLst>
          <pc:docMk/>
          <pc:sldMk cId="2296917869" sldId="862"/>
        </pc:sldMkLst>
      </pc:sldChg>
      <pc:sldChg chg="del setBg">
        <pc:chgData name="Gabriela Fontes Deiro Ferreira" userId="7bd065ea-be16-4d96-8ed2-9f718af0be7d" providerId="ADAL" clId="{24527559-9CB8-4840-A5CB-54DC72CA419E}" dt="2023-07-13T16:34:53.171" v="64" actId="47"/>
        <pc:sldMkLst>
          <pc:docMk/>
          <pc:sldMk cId="3540152880" sldId="865"/>
        </pc:sldMkLst>
      </pc:sldChg>
      <pc:sldChg chg="modSp mod">
        <pc:chgData name="Gabriela Fontes Deiro Ferreira" userId="7bd065ea-be16-4d96-8ed2-9f718af0be7d" providerId="ADAL" clId="{24527559-9CB8-4840-A5CB-54DC72CA419E}" dt="2023-07-18T13:23:56.078" v="272" actId="20577"/>
        <pc:sldMkLst>
          <pc:docMk/>
          <pc:sldMk cId="3008895721" sldId="889"/>
        </pc:sldMkLst>
      </pc:sldChg>
      <pc:sldChg chg="del">
        <pc:chgData name="Gabriela Fontes Deiro Ferreira" userId="7bd065ea-be16-4d96-8ed2-9f718af0be7d" providerId="ADAL" clId="{24527559-9CB8-4840-A5CB-54DC72CA419E}" dt="2023-07-13T16:26:58.988" v="50" actId="47"/>
        <pc:sldMkLst>
          <pc:docMk/>
          <pc:sldMk cId="846623252" sldId="923"/>
        </pc:sldMkLst>
      </pc:sldChg>
      <pc:sldChg chg="addSp delSp modSp mod">
        <pc:chgData name="Gabriela Fontes Deiro Ferreira" userId="7bd065ea-be16-4d96-8ed2-9f718af0be7d" providerId="ADAL" clId="{24527559-9CB8-4840-A5CB-54DC72CA419E}" dt="2023-07-13T15:15:31.486" v="20" actId="478"/>
        <pc:sldMkLst>
          <pc:docMk/>
          <pc:sldMk cId="1199626130" sldId="938"/>
        </pc:sldMkLst>
      </pc:sldChg>
      <pc:sldChg chg="addSp delSp modSp del mod setBg">
        <pc:chgData name="Gabriela Fontes Deiro Ferreira" userId="7bd065ea-be16-4d96-8ed2-9f718af0be7d" providerId="ADAL" clId="{24527559-9CB8-4840-A5CB-54DC72CA419E}" dt="2023-07-13T16:24:13.558" v="28" actId="47"/>
        <pc:sldMkLst>
          <pc:docMk/>
          <pc:sldMk cId="2374473259" sldId="945"/>
        </pc:sldMkLst>
      </pc:sldChg>
      <pc:sldChg chg="del">
        <pc:chgData name="Gabriela Fontes Deiro Ferreira" userId="7bd065ea-be16-4d96-8ed2-9f718af0be7d" providerId="ADAL" clId="{24527559-9CB8-4840-A5CB-54DC72CA419E}" dt="2023-07-13T16:35:10.468" v="69" actId="47"/>
        <pc:sldMkLst>
          <pc:docMk/>
          <pc:sldMk cId="523734126" sldId="957"/>
        </pc:sldMkLst>
      </pc:sldChg>
      <pc:sldChg chg="mod modShow">
        <pc:chgData name="Gabriela Fontes Deiro Ferreira" userId="7bd065ea-be16-4d96-8ed2-9f718af0be7d" providerId="ADAL" clId="{24527559-9CB8-4840-A5CB-54DC72CA419E}" dt="2023-07-13T16:27:52.198" v="51" actId="729"/>
        <pc:sldMkLst>
          <pc:docMk/>
          <pc:sldMk cId="4019355993" sldId="959"/>
        </pc:sldMkLst>
      </pc:sldChg>
      <pc:sldChg chg="modSp mod">
        <pc:chgData name="Gabriela Fontes Deiro Ferreira" userId="7bd065ea-be16-4d96-8ed2-9f718af0be7d" providerId="ADAL" clId="{24527559-9CB8-4840-A5CB-54DC72CA419E}" dt="2023-07-18T13:22:24.858" v="223" actId="20577"/>
        <pc:sldMkLst>
          <pc:docMk/>
          <pc:sldMk cId="1634413420" sldId="961"/>
        </pc:sldMkLst>
      </pc:sldChg>
      <pc:sldChg chg="modSp mod">
        <pc:chgData name="Gabriela Fontes Deiro Ferreira" userId="7bd065ea-be16-4d96-8ed2-9f718af0be7d" providerId="ADAL" clId="{24527559-9CB8-4840-A5CB-54DC72CA419E}" dt="2023-07-18T13:20:51.361" v="202" actId="20577"/>
        <pc:sldMkLst>
          <pc:docMk/>
          <pc:sldMk cId="3654676277" sldId="962"/>
        </pc:sldMkLst>
      </pc:sldChg>
      <pc:sldChg chg="del">
        <pc:chgData name="Gabriela Fontes Deiro Ferreira" userId="7bd065ea-be16-4d96-8ed2-9f718af0be7d" providerId="ADAL" clId="{24527559-9CB8-4840-A5CB-54DC72CA419E}" dt="2023-07-13T16:26:46.635" v="48" actId="47"/>
        <pc:sldMkLst>
          <pc:docMk/>
          <pc:sldMk cId="1372094609" sldId="967"/>
        </pc:sldMkLst>
      </pc:sldChg>
      <pc:sldChg chg="addSp delSp modSp mod">
        <pc:chgData name="Gabriela Fontes Deiro Ferreira" userId="7bd065ea-be16-4d96-8ed2-9f718af0be7d" providerId="ADAL" clId="{24527559-9CB8-4840-A5CB-54DC72CA419E}" dt="2023-07-13T16:25:10.843" v="34"/>
        <pc:sldMkLst>
          <pc:docMk/>
          <pc:sldMk cId="0" sldId="969"/>
        </pc:sldMkLst>
      </pc:sldChg>
      <pc:sldChg chg="addSp delSp modSp add del mod ord">
        <pc:chgData name="Gabriela Fontes Deiro Ferreira" userId="7bd065ea-be16-4d96-8ed2-9f718af0be7d" providerId="ADAL" clId="{24527559-9CB8-4840-A5CB-54DC72CA419E}" dt="2023-07-13T16:24:15.976" v="29" actId="47"/>
        <pc:sldMkLst>
          <pc:docMk/>
          <pc:sldMk cId="1186138785" sldId="969"/>
        </pc:sldMkLst>
      </pc:sldChg>
      <pc:sldChg chg="add del setBg">
        <pc:chgData name="Gabriela Fontes Deiro Ferreira" userId="7bd065ea-be16-4d96-8ed2-9f718af0be7d" providerId="ADAL" clId="{24527559-9CB8-4840-A5CB-54DC72CA419E}" dt="2023-07-13T16:25:18.976" v="37"/>
        <pc:sldMkLst>
          <pc:docMk/>
          <pc:sldMk cId="1609458020" sldId="970"/>
        </pc:sldMkLst>
      </pc:sldChg>
      <pc:sldChg chg="modSp mod">
        <pc:chgData name="Gabriela Fontes Deiro Ferreira" userId="7bd065ea-be16-4d96-8ed2-9f718af0be7d" providerId="ADAL" clId="{24527559-9CB8-4840-A5CB-54DC72CA419E}" dt="2023-07-13T16:25:48.326" v="38"/>
        <pc:sldMkLst>
          <pc:docMk/>
          <pc:sldMk cId="1870169789" sldId="970"/>
        </pc:sldMkLst>
      </pc:sldChg>
      <pc:sldChg chg="add del setBg">
        <pc:chgData name="Gabriela Fontes Deiro Ferreira" userId="7bd065ea-be16-4d96-8ed2-9f718af0be7d" providerId="ADAL" clId="{24527559-9CB8-4840-A5CB-54DC72CA419E}" dt="2023-07-13T16:26:00.114" v="41"/>
        <pc:sldMkLst>
          <pc:docMk/>
          <pc:sldMk cId="111428240" sldId="971"/>
        </pc:sldMkLst>
      </pc:sldChg>
      <pc:sldChg chg="modSp mod">
        <pc:chgData name="Gabriela Fontes Deiro Ferreira" userId="7bd065ea-be16-4d96-8ed2-9f718af0be7d" providerId="ADAL" clId="{24527559-9CB8-4840-A5CB-54DC72CA419E}" dt="2023-07-13T16:26:16.817" v="43" actId="20577"/>
        <pc:sldMkLst>
          <pc:docMk/>
          <pc:sldMk cId="428479103" sldId="971"/>
        </pc:sldMkLst>
      </pc:sldChg>
      <pc:sldChg chg="modSp mod">
        <pc:chgData name="Gabriela Fontes Deiro Ferreira" userId="7bd065ea-be16-4d96-8ed2-9f718af0be7d" providerId="ADAL" clId="{24527559-9CB8-4840-A5CB-54DC72CA419E}" dt="2023-07-13T16:26:44.048" v="47"/>
        <pc:sldMkLst>
          <pc:docMk/>
          <pc:sldMk cId="1255475229" sldId="972"/>
        </pc:sldMkLst>
      </pc:sldChg>
      <pc:sldChg chg="add del setBg">
        <pc:chgData name="Gabriela Fontes Deiro Ferreira" userId="7bd065ea-be16-4d96-8ed2-9f718af0be7d" providerId="ADAL" clId="{24527559-9CB8-4840-A5CB-54DC72CA419E}" dt="2023-07-13T16:26:35.481" v="46"/>
        <pc:sldMkLst>
          <pc:docMk/>
          <pc:sldMk cId="2488327939" sldId="972"/>
        </pc:sldMkLst>
      </pc:sldChg>
      <pc:sldChg chg="modSp mod">
        <pc:chgData name="Gabriela Fontes Deiro Ferreira" userId="7bd065ea-be16-4d96-8ed2-9f718af0be7d" providerId="ADAL" clId="{24527559-9CB8-4840-A5CB-54DC72CA419E}" dt="2023-07-13T16:26:56.625" v="49"/>
        <pc:sldMkLst>
          <pc:docMk/>
          <pc:sldMk cId="969032770" sldId="973"/>
        </pc:sldMkLst>
      </pc:sldChg>
      <pc:sldChg chg="addSp delSp modSp add mod setBg">
        <pc:chgData name="Gabriela Fontes Deiro Ferreira" userId="7bd065ea-be16-4d96-8ed2-9f718af0be7d" providerId="ADAL" clId="{24527559-9CB8-4840-A5CB-54DC72CA419E}" dt="2023-07-13T16:35:06.198" v="68" actId="20577"/>
        <pc:sldMkLst>
          <pc:docMk/>
          <pc:sldMk cId="1566977773" sldId="974"/>
        </pc:sldMkLst>
      </pc:sldChg>
      <pc:sldChg chg="addSp delSp modSp add mod">
        <pc:chgData name="Gabriela Fontes Deiro Ferreira" userId="7bd065ea-be16-4d96-8ed2-9f718af0be7d" providerId="ADAL" clId="{24527559-9CB8-4840-A5CB-54DC72CA419E}" dt="2023-07-13T16:35:03.115" v="67"/>
        <pc:sldMkLst>
          <pc:docMk/>
          <pc:sldMk cId="3240788781" sldId="975"/>
        </pc:sldMkLst>
      </pc:sldChg>
      <pc:sldChg chg="modSp add mod">
        <pc:chgData name="Gabriela Fontes Deiro Ferreira" userId="7bd065ea-be16-4d96-8ed2-9f718af0be7d" providerId="ADAL" clId="{24527559-9CB8-4840-A5CB-54DC72CA419E}" dt="2023-07-13T16:37:36.590" v="116" actId="113"/>
        <pc:sldMkLst>
          <pc:docMk/>
          <pc:sldMk cId="3818202078" sldId="976"/>
        </pc:sldMkLst>
      </pc:sldChg>
      <pc:sldChg chg="addSp modSp new mod ord">
        <pc:chgData name="Gabriela Fontes Deiro Ferreira" userId="7bd065ea-be16-4d96-8ed2-9f718af0be7d" providerId="ADAL" clId="{24527559-9CB8-4840-A5CB-54DC72CA419E}" dt="2023-07-18T13:24:52.634" v="304" actId="20577"/>
        <pc:sldMkLst>
          <pc:docMk/>
          <pc:sldMk cId="2096216363" sldId="977"/>
        </pc:sldMkLst>
      </pc:sldChg>
      <pc:sldMasterChg chg="del delSldLayout">
        <pc:chgData name="Gabriela Fontes Deiro Ferreira" userId="7bd065ea-be16-4d96-8ed2-9f718af0be7d" providerId="ADAL" clId="{24527559-9CB8-4840-A5CB-54DC72CA419E}" dt="2023-07-13T16:35:10.468" v="69" actId="47"/>
        <pc:sldMasterMkLst>
          <pc:docMk/>
          <pc:sldMasterMk cId="3328407504" sldId="2147483660"/>
        </pc:sldMasterMkLst>
        <pc:sldLayoutChg chg="del">
          <pc:chgData name="Gabriela Fontes Deiro Ferreira" userId="7bd065ea-be16-4d96-8ed2-9f718af0be7d" providerId="ADAL" clId="{24527559-9CB8-4840-A5CB-54DC72CA419E}" dt="2023-07-13T16:35:10.468" v="69" actId="47"/>
          <pc:sldLayoutMkLst>
            <pc:docMk/>
            <pc:sldMasterMk cId="3328407504" sldId="2147483660"/>
            <pc:sldLayoutMk cId="3862249158" sldId="2147483661"/>
          </pc:sldLayoutMkLst>
        </pc:sldLayoutChg>
        <pc:sldLayoutChg chg="del">
          <pc:chgData name="Gabriela Fontes Deiro Ferreira" userId="7bd065ea-be16-4d96-8ed2-9f718af0be7d" providerId="ADAL" clId="{24527559-9CB8-4840-A5CB-54DC72CA419E}" dt="2023-07-13T16:35:10.468" v="69" actId="47"/>
          <pc:sldLayoutMkLst>
            <pc:docMk/>
            <pc:sldMasterMk cId="3328407504" sldId="2147483660"/>
            <pc:sldLayoutMk cId="2226762882" sldId="2147483662"/>
          </pc:sldLayoutMkLst>
        </pc:sldLayoutChg>
        <pc:sldLayoutChg chg="del">
          <pc:chgData name="Gabriela Fontes Deiro Ferreira" userId="7bd065ea-be16-4d96-8ed2-9f718af0be7d" providerId="ADAL" clId="{24527559-9CB8-4840-A5CB-54DC72CA419E}" dt="2023-07-13T16:35:10.468" v="69" actId="47"/>
          <pc:sldLayoutMkLst>
            <pc:docMk/>
            <pc:sldMasterMk cId="3328407504" sldId="2147483660"/>
            <pc:sldLayoutMk cId="2986307467" sldId="2147483663"/>
          </pc:sldLayoutMkLst>
        </pc:sldLayoutChg>
        <pc:sldLayoutChg chg="del">
          <pc:chgData name="Gabriela Fontes Deiro Ferreira" userId="7bd065ea-be16-4d96-8ed2-9f718af0be7d" providerId="ADAL" clId="{24527559-9CB8-4840-A5CB-54DC72CA419E}" dt="2023-07-13T16:35:10.468" v="69" actId="47"/>
          <pc:sldLayoutMkLst>
            <pc:docMk/>
            <pc:sldMasterMk cId="3328407504" sldId="2147483660"/>
            <pc:sldLayoutMk cId="3379143920" sldId="2147483664"/>
          </pc:sldLayoutMkLst>
        </pc:sldLayoutChg>
        <pc:sldLayoutChg chg="del">
          <pc:chgData name="Gabriela Fontes Deiro Ferreira" userId="7bd065ea-be16-4d96-8ed2-9f718af0be7d" providerId="ADAL" clId="{24527559-9CB8-4840-A5CB-54DC72CA419E}" dt="2023-07-13T16:35:10.468" v="69" actId="47"/>
          <pc:sldLayoutMkLst>
            <pc:docMk/>
            <pc:sldMasterMk cId="3328407504" sldId="2147483660"/>
            <pc:sldLayoutMk cId="2763013978" sldId="2147483665"/>
          </pc:sldLayoutMkLst>
        </pc:sldLayoutChg>
        <pc:sldLayoutChg chg="del">
          <pc:chgData name="Gabriela Fontes Deiro Ferreira" userId="7bd065ea-be16-4d96-8ed2-9f718af0be7d" providerId="ADAL" clId="{24527559-9CB8-4840-A5CB-54DC72CA419E}" dt="2023-07-13T16:24:18.331" v="30" actId="47"/>
          <pc:sldLayoutMkLst>
            <pc:docMk/>
            <pc:sldMasterMk cId="3328407504" sldId="2147483660"/>
            <pc:sldLayoutMk cId="1288526622" sldId="2147483666"/>
          </pc:sldLayoutMkLst>
        </pc:sldLayoutChg>
      </pc:sldMasterChg>
    </pc:docChg>
  </pc:docChgLst>
  <pc:docChgLst>
    <pc:chgData name="Hugo Menezes do N. Vasconcelos" userId="ab768b6c-b4da-44c6-b4c6-52acb4ecbb6f" providerId="ADAL" clId="{3AFB80E2-D85F-46A1-92A8-E04838337FB2}"/>
    <pc:docChg chg="undo custSel addSld modSld sldOrd">
      <pc:chgData name="Hugo Menezes do N. Vasconcelos" userId="ab768b6c-b4da-44c6-b4c6-52acb4ecbb6f" providerId="ADAL" clId="{3AFB80E2-D85F-46A1-92A8-E04838337FB2}" dt="2024-01-24T18:12:24.249" v="1841" actId="1076"/>
      <pc:docMkLst>
        <pc:docMk/>
      </pc:docMkLst>
      <pc:sldChg chg="addSp delSp modSp mod">
        <pc:chgData name="Hugo Menezes do N. Vasconcelos" userId="ab768b6c-b4da-44c6-b4c6-52acb4ecbb6f" providerId="ADAL" clId="{3AFB80E2-D85F-46A1-92A8-E04838337FB2}" dt="2024-01-23T17:21:11.514" v="502" actId="164"/>
        <pc:sldMkLst>
          <pc:docMk/>
          <pc:sldMk cId="0" sldId="256"/>
        </pc:sldMkLst>
      </pc:sldChg>
      <pc:sldChg chg="addSp delSp modSp mod">
        <pc:chgData name="Hugo Menezes do N. Vasconcelos" userId="ab768b6c-b4da-44c6-b4c6-52acb4ecbb6f" providerId="ADAL" clId="{3AFB80E2-D85F-46A1-92A8-E04838337FB2}" dt="2024-01-24T18:11:40.693" v="1835" actId="1367"/>
        <pc:sldMkLst>
          <pc:docMk/>
          <pc:sldMk cId="745156614" sldId="404"/>
        </pc:sldMkLst>
      </pc:sldChg>
      <pc:sldChg chg="addSp modSp ord">
        <pc:chgData name="Hugo Menezes do N. Vasconcelos" userId="ab768b6c-b4da-44c6-b4c6-52acb4ecbb6f" providerId="ADAL" clId="{3AFB80E2-D85F-46A1-92A8-E04838337FB2}" dt="2024-01-24T18:12:08.596" v="1840"/>
        <pc:sldMkLst>
          <pc:docMk/>
          <pc:sldMk cId="1845429319" sldId="702"/>
        </pc:sldMkLst>
      </pc:sldChg>
      <pc:sldChg chg="addSp modSp mod">
        <pc:chgData name="Hugo Menezes do N. Vasconcelos" userId="ab768b6c-b4da-44c6-b4c6-52acb4ecbb6f" providerId="ADAL" clId="{3AFB80E2-D85F-46A1-92A8-E04838337FB2}" dt="2024-01-24T18:10:47.095" v="1824" actId="1076"/>
        <pc:sldMkLst>
          <pc:docMk/>
          <pc:sldMk cId="247828444" sldId="859"/>
        </pc:sldMkLst>
      </pc:sldChg>
      <pc:sldChg chg="addSp delSp modSp mod setBg">
        <pc:chgData name="Hugo Menezes do N. Vasconcelos" userId="ab768b6c-b4da-44c6-b4c6-52acb4ecbb6f" providerId="ADAL" clId="{3AFB80E2-D85F-46A1-92A8-E04838337FB2}" dt="2024-01-24T18:10:43.653" v="1823" actId="1076"/>
        <pc:sldMkLst>
          <pc:docMk/>
          <pc:sldMk cId="3013753073" sldId="860"/>
        </pc:sldMkLst>
      </pc:sldChg>
      <pc:sldChg chg="addSp modSp mod">
        <pc:chgData name="Hugo Menezes do N. Vasconcelos" userId="ab768b6c-b4da-44c6-b4c6-52acb4ecbb6f" providerId="ADAL" clId="{3AFB80E2-D85F-46A1-92A8-E04838337FB2}" dt="2024-01-24T18:11:02.923" v="1827"/>
        <pc:sldMkLst>
          <pc:docMk/>
          <pc:sldMk cId="3008895721" sldId="889"/>
        </pc:sldMkLst>
      </pc:sldChg>
      <pc:sldChg chg="addSp modSp mod">
        <pc:chgData name="Hugo Menezes do N. Vasconcelos" userId="ab768b6c-b4da-44c6-b4c6-52acb4ecbb6f" providerId="ADAL" clId="{3AFB80E2-D85F-46A1-92A8-E04838337FB2}" dt="2024-01-24T18:11:27.453" v="1833"/>
        <pc:sldMkLst>
          <pc:docMk/>
          <pc:sldMk cId="3251874056" sldId="922"/>
        </pc:sldMkLst>
      </pc:sldChg>
      <pc:sldChg chg="addSp delSp modSp mod">
        <pc:chgData name="Hugo Menezes do N. Vasconcelos" userId="ab768b6c-b4da-44c6-b4c6-52acb4ecbb6f" providerId="ADAL" clId="{3AFB80E2-D85F-46A1-92A8-E04838337FB2}" dt="2024-01-24T18:10:39.258" v="1822" actId="1076"/>
        <pc:sldMkLst>
          <pc:docMk/>
          <pc:sldMk cId="1199626130" sldId="938"/>
        </pc:sldMkLst>
      </pc:sldChg>
      <pc:sldChg chg="addSp delSp modSp mod">
        <pc:chgData name="Hugo Menezes do N. Vasconcelos" userId="ab768b6c-b4da-44c6-b4c6-52acb4ecbb6f" providerId="ADAL" clId="{3AFB80E2-D85F-46A1-92A8-E04838337FB2}" dt="2024-01-24T18:12:06.391" v="1839"/>
        <pc:sldMkLst>
          <pc:docMk/>
          <pc:sldMk cId="4019355993" sldId="959"/>
        </pc:sldMkLst>
      </pc:sldChg>
      <pc:sldChg chg="addSp delSp modSp mod">
        <pc:chgData name="Hugo Menezes do N. Vasconcelos" userId="ab768b6c-b4da-44c6-b4c6-52acb4ecbb6f" providerId="ADAL" clId="{3AFB80E2-D85F-46A1-92A8-E04838337FB2}" dt="2024-01-24T18:10:33.931" v="1821" actId="1076"/>
        <pc:sldMkLst>
          <pc:docMk/>
          <pc:sldMk cId="1634413420" sldId="961"/>
        </pc:sldMkLst>
      </pc:sldChg>
      <pc:sldChg chg="addSp delSp modSp mod">
        <pc:chgData name="Hugo Menezes do N. Vasconcelos" userId="ab768b6c-b4da-44c6-b4c6-52acb4ecbb6f" providerId="ADAL" clId="{3AFB80E2-D85F-46A1-92A8-E04838337FB2}" dt="2024-01-24T18:10:53.612" v="1825"/>
        <pc:sldMkLst>
          <pc:docMk/>
          <pc:sldMk cId="3654676277" sldId="962"/>
        </pc:sldMkLst>
      </pc:sldChg>
      <pc:sldChg chg="addSp modSp mod">
        <pc:chgData name="Hugo Menezes do N. Vasconcelos" userId="ab768b6c-b4da-44c6-b4c6-52acb4ecbb6f" providerId="ADAL" clId="{3AFB80E2-D85F-46A1-92A8-E04838337FB2}" dt="2024-01-24T18:11:24.021" v="1832"/>
        <pc:sldMkLst>
          <pc:docMk/>
          <pc:sldMk cId="1881140298" sldId="968"/>
        </pc:sldMkLst>
      </pc:sldChg>
      <pc:sldChg chg="addSp delSp modSp mod">
        <pc:chgData name="Hugo Menezes do N. Vasconcelos" userId="ab768b6c-b4da-44c6-b4c6-52acb4ecbb6f" providerId="ADAL" clId="{3AFB80E2-D85F-46A1-92A8-E04838337FB2}" dt="2024-01-23T17:21:27.938" v="505"/>
        <pc:sldMkLst>
          <pc:docMk/>
          <pc:sldMk cId="0" sldId="969"/>
        </pc:sldMkLst>
      </pc:sldChg>
      <pc:sldChg chg="addSp delSp modSp mod">
        <pc:chgData name="Hugo Menezes do N. Vasconcelos" userId="ab768b6c-b4da-44c6-b4c6-52acb4ecbb6f" providerId="ADAL" clId="{3AFB80E2-D85F-46A1-92A8-E04838337FB2}" dt="2024-01-23T17:23:26.994" v="523"/>
        <pc:sldMkLst>
          <pc:docMk/>
          <pc:sldMk cId="1870169789" sldId="970"/>
        </pc:sldMkLst>
      </pc:sldChg>
      <pc:sldChg chg="addSp delSp modSp mod">
        <pc:chgData name="Hugo Menezes do N. Vasconcelos" userId="ab768b6c-b4da-44c6-b4c6-52acb4ecbb6f" providerId="ADAL" clId="{3AFB80E2-D85F-46A1-92A8-E04838337FB2}" dt="2024-01-23T17:33:48.046" v="651"/>
        <pc:sldMkLst>
          <pc:docMk/>
          <pc:sldMk cId="428479103" sldId="971"/>
        </pc:sldMkLst>
      </pc:sldChg>
      <pc:sldChg chg="addSp delSp modSp mod">
        <pc:chgData name="Hugo Menezes do N. Vasconcelos" userId="ab768b6c-b4da-44c6-b4c6-52acb4ecbb6f" providerId="ADAL" clId="{3AFB80E2-D85F-46A1-92A8-E04838337FB2}" dt="2024-01-23T17:37:03.319" v="754"/>
        <pc:sldMkLst>
          <pc:docMk/>
          <pc:sldMk cId="1255475229" sldId="972"/>
        </pc:sldMkLst>
      </pc:sldChg>
      <pc:sldChg chg="addSp delSp modSp mod">
        <pc:chgData name="Hugo Menezes do N. Vasconcelos" userId="ab768b6c-b4da-44c6-b4c6-52acb4ecbb6f" providerId="ADAL" clId="{3AFB80E2-D85F-46A1-92A8-E04838337FB2}" dt="2024-01-23T17:47:40.607" v="1007"/>
        <pc:sldMkLst>
          <pc:docMk/>
          <pc:sldMk cId="969032770" sldId="973"/>
        </pc:sldMkLst>
      </pc:sldChg>
      <pc:sldChg chg="addSp delSp modSp mod setBg">
        <pc:chgData name="Hugo Menezes do N. Vasconcelos" userId="ab768b6c-b4da-44c6-b4c6-52acb4ecbb6f" providerId="ADAL" clId="{3AFB80E2-D85F-46A1-92A8-E04838337FB2}" dt="2024-01-24T12:01:00.252" v="1802"/>
        <pc:sldMkLst>
          <pc:docMk/>
          <pc:sldMk cId="1566977773" sldId="974"/>
        </pc:sldMkLst>
      </pc:sldChg>
      <pc:sldChg chg="addSp delSp modSp mod">
        <pc:chgData name="Hugo Menezes do N. Vasconcelos" userId="ab768b6c-b4da-44c6-b4c6-52acb4ecbb6f" providerId="ADAL" clId="{3AFB80E2-D85F-46A1-92A8-E04838337FB2}" dt="2024-01-23T18:39:09.476" v="1754"/>
        <pc:sldMkLst>
          <pc:docMk/>
          <pc:sldMk cId="3240788781" sldId="975"/>
        </pc:sldMkLst>
      </pc:sldChg>
      <pc:sldChg chg="addSp modSp mod">
        <pc:chgData name="Hugo Menezes do N. Vasconcelos" userId="ab768b6c-b4da-44c6-b4c6-52acb4ecbb6f" providerId="ADAL" clId="{3AFB80E2-D85F-46A1-92A8-E04838337FB2}" dt="2024-01-24T18:11:18.858" v="1830" actId="1076"/>
        <pc:sldMkLst>
          <pc:docMk/>
          <pc:sldMk cId="3818202078" sldId="976"/>
        </pc:sldMkLst>
      </pc:sldChg>
      <pc:sldChg chg="modSp mod setBg modShow">
        <pc:chgData name="Hugo Menezes do N. Vasconcelos" userId="ab768b6c-b4da-44c6-b4c6-52acb4ecbb6f" providerId="ADAL" clId="{3AFB80E2-D85F-46A1-92A8-E04838337FB2}" dt="2024-01-24T12:05:05.133" v="1806" actId="207"/>
        <pc:sldMkLst>
          <pc:docMk/>
          <pc:sldMk cId="2096216363" sldId="977"/>
        </pc:sldMkLst>
      </pc:sldChg>
      <pc:sldChg chg="addSp modSp mod">
        <pc:chgData name="Hugo Menezes do N. Vasconcelos" userId="ab768b6c-b4da-44c6-b4c6-52acb4ecbb6f" providerId="ADAL" clId="{3AFB80E2-D85F-46A1-92A8-E04838337FB2}" dt="2024-01-24T18:11:21.729" v="1831"/>
        <pc:sldMkLst>
          <pc:docMk/>
          <pc:sldMk cId="4028990484" sldId="978"/>
        </pc:sldMkLst>
      </pc:sldChg>
      <pc:sldChg chg="addSp delSp modSp mod">
        <pc:chgData name="Hugo Menezes do N. Vasconcelos" userId="ab768b6c-b4da-44c6-b4c6-52acb4ecbb6f" providerId="ADAL" clId="{3AFB80E2-D85F-46A1-92A8-E04838337FB2}" dt="2024-01-23T17:37:23.980" v="759"/>
        <pc:sldMkLst>
          <pc:docMk/>
          <pc:sldMk cId="1872645309" sldId="979"/>
        </pc:sldMkLst>
      </pc:sldChg>
      <pc:sldChg chg="addSp delSp modSp add mod ord">
        <pc:chgData name="Hugo Menezes do N. Vasconcelos" userId="ab768b6c-b4da-44c6-b4c6-52acb4ecbb6f" providerId="ADAL" clId="{3AFB80E2-D85F-46A1-92A8-E04838337FB2}" dt="2024-01-24T18:12:24.249" v="1841" actId="1076"/>
        <pc:sldMkLst>
          <pc:docMk/>
          <pc:sldMk cId="581720823" sldId="980"/>
        </pc:sldMkLst>
      </pc:sldChg>
    </pc:docChg>
  </pc:docChgLst>
  <pc:docChgLst>
    <pc:chgData name="Hugo Menezes do N. Vasconcelos" userId="ab768b6c-b4da-44c6-b4c6-52acb4ecbb6f" providerId="ADAL" clId="{ACC8D094-7510-412B-AADD-62D4BACF3D7B}"/>
    <pc:docChg chg="custSel addSld modSld modSection">
      <pc:chgData name="Hugo Menezes do N. Vasconcelos" userId="ab768b6c-b4da-44c6-b4c6-52acb4ecbb6f" providerId="ADAL" clId="{ACC8D094-7510-412B-AADD-62D4BACF3D7B}" dt="2024-12-16T19:28:28.108" v="414" actId="1076"/>
      <pc:docMkLst>
        <pc:docMk/>
      </pc:docMkLst>
      <pc:sldChg chg="modSp mod">
        <pc:chgData name="Hugo Menezes do N. Vasconcelos" userId="ab768b6c-b4da-44c6-b4c6-52acb4ecbb6f" providerId="ADAL" clId="{ACC8D094-7510-412B-AADD-62D4BACF3D7B}" dt="2024-12-16T18:35:37.150" v="1" actId="14826"/>
        <pc:sldMkLst>
          <pc:docMk/>
          <pc:sldMk cId="0" sldId="256"/>
        </pc:sldMkLst>
        <pc:picChg chg="mod">
          <ac:chgData name="Hugo Menezes do N. Vasconcelos" userId="ab768b6c-b4da-44c6-b4c6-52acb4ecbb6f" providerId="ADAL" clId="{ACC8D094-7510-412B-AADD-62D4BACF3D7B}" dt="2024-12-16T18:35:37.150" v="1" actId="14826"/>
          <ac:picMkLst>
            <pc:docMk/>
            <pc:sldMk cId="0" sldId="256"/>
            <ac:picMk id="11" creationId="{0C182DAB-4EDC-450B-B0E7-7F1D3BFD6DD8}"/>
          </ac:picMkLst>
        </pc:picChg>
      </pc:sldChg>
      <pc:sldChg chg="addSp delSp modSp mod">
        <pc:chgData name="Hugo Menezes do N. Vasconcelos" userId="ab768b6c-b4da-44c6-b4c6-52acb4ecbb6f" providerId="ADAL" clId="{ACC8D094-7510-412B-AADD-62D4BACF3D7B}" dt="2024-12-16T19:26:50.714" v="407" actId="20577"/>
        <pc:sldMkLst>
          <pc:docMk/>
          <pc:sldMk cId="745156614" sldId="404"/>
        </pc:sldMkLst>
        <pc:spChg chg="topLvl">
          <ac:chgData name="Hugo Menezes do N. Vasconcelos" userId="ab768b6c-b4da-44c6-b4c6-52acb4ecbb6f" providerId="ADAL" clId="{ACC8D094-7510-412B-AADD-62D4BACF3D7B}" dt="2024-12-16T18:38:01.529" v="37" actId="478"/>
          <ac:spMkLst>
            <pc:docMk/>
            <pc:sldMk cId="745156614" sldId="404"/>
            <ac:spMk id="18" creationId="{C291FB5F-CE56-3D6F-ACDC-842AAA25E75C}"/>
          </ac:spMkLst>
        </pc:spChg>
        <pc:spChg chg="mod">
          <ac:chgData name="Hugo Menezes do N. Vasconcelos" userId="ab768b6c-b4da-44c6-b4c6-52acb4ecbb6f" providerId="ADAL" clId="{ACC8D094-7510-412B-AADD-62D4BACF3D7B}" dt="2024-12-16T19:26:50.714" v="407" actId="20577"/>
          <ac:spMkLst>
            <pc:docMk/>
            <pc:sldMk cId="745156614" sldId="404"/>
            <ac:spMk id="90" creationId="{4779DC4F-5CB0-4909-ABB9-90694A1D4197}"/>
          </ac:spMkLst>
        </pc:spChg>
        <pc:picChg chg="add mod">
          <ac:chgData name="Hugo Menezes do N. Vasconcelos" userId="ab768b6c-b4da-44c6-b4c6-52acb4ecbb6f" providerId="ADAL" clId="{ACC8D094-7510-412B-AADD-62D4BACF3D7B}" dt="2024-12-16T18:38:01.952" v="38"/>
          <ac:picMkLst>
            <pc:docMk/>
            <pc:sldMk cId="745156614" sldId="404"/>
            <ac:picMk id="3" creationId="{67C3DC37-D6B1-8FA9-40F1-6AA039800B4B}"/>
          </ac:picMkLst>
        </pc:picChg>
      </pc:sldChg>
      <pc:sldChg chg="addSp delSp modSp mod">
        <pc:chgData name="Hugo Menezes do N. Vasconcelos" userId="ab768b6c-b4da-44c6-b4c6-52acb4ecbb6f" providerId="ADAL" clId="{ACC8D094-7510-412B-AADD-62D4BACF3D7B}" dt="2024-12-16T18:38:28.226" v="43"/>
        <pc:sldMkLst>
          <pc:docMk/>
          <pc:sldMk cId="1845429319" sldId="702"/>
        </pc:sldMkLst>
        <pc:spChg chg="topLvl">
          <ac:chgData name="Hugo Menezes do N. Vasconcelos" userId="ab768b6c-b4da-44c6-b4c6-52acb4ecbb6f" providerId="ADAL" clId="{ACC8D094-7510-412B-AADD-62D4BACF3D7B}" dt="2024-12-16T18:38:27.677" v="42" actId="478"/>
          <ac:spMkLst>
            <pc:docMk/>
            <pc:sldMk cId="1845429319" sldId="702"/>
            <ac:spMk id="10" creationId="{D0271DA8-7F1D-8BC3-F5B7-B8DBA133978B}"/>
          </ac:spMkLst>
        </pc:spChg>
        <pc:picChg chg="add mod">
          <ac:chgData name="Hugo Menezes do N. Vasconcelos" userId="ab768b6c-b4da-44c6-b4c6-52acb4ecbb6f" providerId="ADAL" clId="{ACC8D094-7510-412B-AADD-62D4BACF3D7B}" dt="2024-12-16T18:38:28.226" v="43"/>
          <ac:picMkLst>
            <pc:docMk/>
            <pc:sldMk cId="1845429319" sldId="702"/>
            <ac:picMk id="3" creationId="{CDC65AC4-F17E-D974-2A97-98CD59FC393E}"/>
          </ac:picMkLst>
        </pc:picChg>
      </pc:sldChg>
      <pc:sldChg chg="addSp delSp modSp mod">
        <pc:chgData name="Hugo Menezes do N. Vasconcelos" userId="ab768b6c-b4da-44c6-b4c6-52acb4ecbb6f" providerId="ADAL" clId="{ACC8D094-7510-412B-AADD-62D4BACF3D7B}" dt="2024-12-16T18:36:04.275" v="8" actId="1037"/>
        <pc:sldMkLst>
          <pc:docMk/>
          <pc:sldMk cId="247828444" sldId="859"/>
        </pc:sldMkLst>
        <pc:spChg chg="topLvl">
          <ac:chgData name="Hugo Menezes do N. Vasconcelos" userId="ab768b6c-b4da-44c6-b4c6-52acb4ecbb6f" providerId="ADAL" clId="{ACC8D094-7510-412B-AADD-62D4BACF3D7B}" dt="2024-12-16T18:35:54.156" v="4" actId="478"/>
          <ac:spMkLst>
            <pc:docMk/>
            <pc:sldMk cId="247828444" sldId="859"/>
            <ac:spMk id="21" creationId="{79CB1E2C-E904-E297-3BB9-C35DCD64A7EF}"/>
          </ac:spMkLst>
        </pc:spChg>
        <pc:picChg chg="add mod">
          <ac:chgData name="Hugo Menezes do N. Vasconcelos" userId="ab768b6c-b4da-44c6-b4c6-52acb4ecbb6f" providerId="ADAL" clId="{ACC8D094-7510-412B-AADD-62D4BACF3D7B}" dt="2024-12-16T18:36:04.275" v="8" actId="1037"/>
          <ac:picMkLst>
            <pc:docMk/>
            <pc:sldMk cId="247828444" sldId="859"/>
            <ac:picMk id="7" creationId="{8DB7A7B8-B5A4-D09C-7BCC-F71A2C846E02}"/>
          </ac:picMkLst>
        </pc:picChg>
      </pc:sldChg>
      <pc:sldChg chg="addSp delSp modSp mod">
        <pc:chgData name="Hugo Menezes do N. Vasconcelos" userId="ab768b6c-b4da-44c6-b4c6-52acb4ecbb6f" providerId="ADAL" clId="{ACC8D094-7510-412B-AADD-62D4BACF3D7B}" dt="2024-12-16T18:36:10.034" v="10"/>
        <pc:sldMkLst>
          <pc:docMk/>
          <pc:sldMk cId="3013753073" sldId="860"/>
        </pc:sldMkLst>
        <pc:spChg chg="topLvl">
          <ac:chgData name="Hugo Menezes do N. Vasconcelos" userId="ab768b6c-b4da-44c6-b4c6-52acb4ecbb6f" providerId="ADAL" clId="{ACC8D094-7510-412B-AADD-62D4BACF3D7B}" dt="2024-12-16T18:36:09.433" v="9" actId="478"/>
          <ac:spMkLst>
            <pc:docMk/>
            <pc:sldMk cId="3013753073" sldId="860"/>
            <ac:spMk id="23" creationId="{FBD8DCB1-3C92-9B8D-80BE-67B3BB64373F}"/>
          </ac:spMkLst>
        </pc:spChg>
        <pc:picChg chg="add mod">
          <ac:chgData name="Hugo Menezes do N. Vasconcelos" userId="ab768b6c-b4da-44c6-b4c6-52acb4ecbb6f" providerId="ADAL" clId="{ACC8D094-7510-412B-AADD-62D4BACF3D7B}" dt="2024-12-16T18:36:10.034" v="10"/>
          <ac:picMkLst>
            <pc:docMk/>
            <pc:sldMk cId="3013753073" sldId="860"/>
            <ac:picMk id="2" creationId="{3F398FE0-9B04-DC71-5F55-D5CE5D9AAF6B}"/>
          </ac:picMkLst>
        </pc:picChg>
      </pc:sldChg>
      <pc:sldChg chg="addSp delSp modSp mod">
        <pc:chgData name="Hugo Menezes do N. Vasconcelos" userId="ab768b6c-b4da-44c6-b4c6-52acb4ecbb6f" providerId="ADAL" clId="{ACC8D094-7510-412B-AADD-62D4BACF3D7B}" dt="2024-12-16T19:26:16.159" v="401" actId="20577"/>
        <pc:sldMkLst>
          <pc:docMk/>
          <pc:sldMk cId="3008895721" sldId="889"/>
        </pc:sldMkLst>
        <pc:spChg chg="mod">
          <ac:chgData name="Hugo Menezes do N. Vasconcelos" userId="ab768b6c-b4da-44c6-b4c6-52acb4ecbb6f" providerId="ADAL" clId="{ACC8D094-7510-412B-AADD-62D4BACF3D7B}" dt="2024-12-16T19:26:16.159" v="401" actId="20577"/>
          <ac:spMkLst>
            <pc:docMk/>
            <pc:sldMk cId="3008895721" sldId="889"/>
            <ac:spMk id="8" creationId="{AC73A3C1-7211-6468-EA6B-A4B7A30EA295}"/>
          </ac:spMkLst>
        </pc:spChg>
        <pc:spChg chg="topLvl">
          <ac:chgData name="Hugo Menezes do N. Vasconcelos" userId="ab768b6c-b4da-44c6-b4c6-52acb4ecbb6f" providerId="ADAL" clId="{ACC8D094-7510-412B-AADD-62D4BACF3D7B}" dt="2024-12-16T18:37:00.060" v="21" actId="478"/>
          <ac:spMkLst>
            <pc:docMk/>
            <pc:sldMk cId="3008895721" sldId="889"/>
            <ac:spMk id="13" creationId="{B31B70F6-44A6-AEFD-D80D-071C35CB7838}"/>
          </ac:spMkLst>
        </pc:spChg>
        <pc:graphicFrameChg chg="modGraphic">
          <ac:chgData name="Hugo Menezes do N. Vasconcelos" userId="ab768b6c-b4da-44c6-b4c6-52acb4ecbb6f" providerId="ADAL" clId="{ACC8D094-7510-412B-AADD-62D4BACF3D7B}" dt="2024-12-16T19:25:26.264" v="384" actId="20577"/>
          <ac:graphicFrameMkLst>
            <pc:docMk/>
            <pc:sldMk cId="3008895721" sldId="889"/>
            <ac:graphicFrameMk id="2" creationId="{0A08D773-17E5-4601-BF09-DA7E47EE6EC1}"/>
          </ac:graphicFrameMkLst>
        </pc:graphicFrameChg>
        <pc:picChg chg="add mod">
          <ac:chgData name="Hugo Menezes do N. Vasconcelos" userId="ab768b6c-b4da-44c6-b4c6-52acb4ecbb6f" providerId="ADAL" clId="{ACC8D094-7510-412B-AADD-62D4BACF3D7B}" dt="2024-12-16T18:37:00.477" v="22"/>
          <ac:picMkLst>
            <pc:docMk/>
            <pc:sldMk cId="3008895721" sldId="889"/>
            <ac:picMk id="4" creationId="{F90FCC1F-88B0-E4BD-69E0-F3B44F228211}"/>
          </ac:picMkLst>
        </pc:picChg>
      </pc:sldChg>
      <pc:sldChg chg="addSp delSp modSp mod">
        <pc:chgData name="Hugo Menezes do N. Vasconcelos" userId="ab768b6c-b4da-44c6-b4c6-52acb4ecbb6f" providerId="ADAL" clId="{ACC8D094-7510-412B-AADD-62D4BACF3D7B}" dt="2024-12-16T18:37:57.516" v="36"/>
        <pc:sldMkLst>
          <pc:docMk/>
          <pc:sldMk cId="3251874056" sldId="922"/>
        </pc:sldMkLst>
        <pc:spChg chg="topLvl">
          <ac:chgData name="Hugo Menezes do N. Vasconcelos" userId="ab768b6c-b4da-44c6-b4c6-52acb4ecbb6f" providerId="ADAL" clId="{ACC8D094-7510-412B-AADD-62D4BACF3D7B}" dt="2024-12-16T18:37:57.159" v="35" actId="478"/>
          <ac:spMkLst>
            <pc:docMk/>
            <pc:sldMk cId="3251874056" sldId="922"/>
            <ac:spMk id="15" creationId="{CDF62309-EE0B-5EBD-B075-E12809DC2871}"/>
          </ac:spMkLst>
        </pc:spChg>
        <pc:picChg chg="add mod">
          <ac:chgData name="Hugo Menezes do N. Vasconcelos" userId="ab768b6c-b4da-44c6-b4c6-52acb4ecbb6f" providerId="ADAL" clId="{ACC8D094-7510-412B-AADD-62D4BACF3D7B}" dt="2024-12-16T18:37:57.516" v="36"/>
          <ac:picMkLst>
            <pc:docMk/>
            <pc:sldMk cId="3251874056" sldId="922"/>
            <ac:picMk id="5" creationId="{3FB9F20E-7738-8617-EF2C-CC7C643BD561}"/>
          </ac:picMkLst>
        </pc:picChg>
      </pc:sldChg>
      <pc:sldChg chg="addSp delSp modSp mod">
        <pc:chgData name="Hugo Menezes do N. Vasconcelos" userId="ab768b6c-b4da-44c6-b4c6-52acb4ecbb6f" providerId="ADAL" clId="{ACC8D094-7510-412B-AADD-62D4BACF3D7B}" dt="2024-12-16T18:45:01.940" v="343" actId="14100"/>
        <pc:sldMkLst>
          <pc:docMk/>
          <pc:sldMk cId="1199626130" sldId="938"/>
        </pc:sldMkLst>
        <pc:spChg chg="topLvl">
          <ac:chgData name="Hugo Menezes do N. Vasconcelos" userId="ab768b6c-b4da-44c6-b4c6-52acb4ecbb6f" providerId="ADAL" clId="{ACC8D094-7510-412B-AADD-62D4BACF3D7B}" dt="2024-12-16T18:36:34.701" v="13" actId="478"/>
          <ac:spMkLst>
            <pc:docMk/>
            <pc:sldMk cId="1199626130" sldId="938"/>
            <ac:spMk id="15" creationId="{99D3A806-4579-4550-B439-1E33157F3E05}"/>
          </ac:spMkLst>
        </pc:spChg>
        <pc:spChg chg="mod">
          <ac:chgData name="Hugo Menezes do N. Vasconcelos" userId="ab768b6c-b4da-44c6-b4c6-52acb4ecbb6f" providerId="ADAL" clId="{ACC8D094-7510-412B-AADD-62D4BACF3D7B}" dt="2024-12-16T18:44:57.731" v="342" actId="14100"/>
          <ac:spMkLst>
            <pc:docMk/>
            <pc:sldMk cId="1199626130" sldId="938"/>
            <ac:spMk id="47" creationId="{6E4F933E-32F9-4F4A-A731-109541A7B4F1}"/>
          </ac:spMkLst>
        </pc:spChg>
        <pc:spChg chg="mod">
          <ac:chgData name="Hugo Menezes do N. Vasconcelos" userId="ab768b6c-b4da-44c6-b4c6-52acb4ecbb6f" providerId="ADAL" clId="{ACC8D094-7510-412B-AADD-62D4BACF3D7B}" dt="2024-12-16T18:45:01.940" v="343" actId="14100"/>
          <ac:spMkLst>
            <pc:docMk/>
            <pc:sldMk cId="1199626130" sldId="938"/>
            <ac:spMk id="48" creationId="{424F3615-77AE-47D1-B7B0-766526DBAEF7}"/>
          </ac:spMkLst>
        </pc:spChg>
        <pc:picChg chg="add mod">
          <ac:chgData name="Hugo Menezes do N. Vasconcelos" userId="ab768b6c-b4da-44c6-b4c6-52acb4ecbb6f" providerId="ADAL" clId="{ACC8D094-7510-412B-AADD-62D4BACF3D7B}" dt="2024-12-16T18:36:35.588" v="14"/>
          <ac:picMkLst>
            <pc:docMk/>
            <pc:sldMk cId="1199626130" sldId="938"/>
            <ac:picMk id="4" creationId="{333FA76A-C73B-A12B-C9E0-A3747A4EC357}"/>
          </ac:picMkLst>
        </pc:picChg>
      </pc:sldChg>
      <pc:sldChg chg="addSp delSp modSp mod">
        <pc:chgData name="Hugo Menezes do N. Vasconcelos" userId="ab768b6c-b4da-44c6-b4c6-52acb4ecbb6f" providerId="ADAL" clId="{ACC8D094-7510-412B-AADD-62D4BACF3D7B}" dt="2024-12-16T18:38:22.814" v="41"/>
        <pc:sldMkLst>
          <pc:docMk/>
          <pc:sldMk cId="4019355993" sldId="959"/>
        </pc:sldMkLst>
        <pc:spChg chg="topLvl">
          <ac:chgData name="Hugo Menezes do N. Vasconcelos" userId="ab768b6c-b4da-44c6-b4c6-52acb4ecbb6f" providerId="ADAL" clId="{ACC8D094-7510-412B-AADD-62D4BACF3D7B}" dt="2024-12-16T18:38:22.329" v="40" actId="478"/>
          <ac:spMkLst>
            <pc:docMk/>
            <pc:sldMk cId="4019355993" sldId="959"/>
            <ac:spMk id="17" creationId="{83155997-FEC2-AF83-B986-41558F57E7D5}"/>
          </ac:spMkLst>
        </pc:spChg>
        <pc:picChg chg="add mod">
          <ac:chgData name="Hugo Menezes do N. Vasconcelos" userId="ab768b6c-b4da-44c6-b4c6-52acb4ecbb6f" providerId="ADAL" clId="{ACC8D094-7510-412B-AADD-62D4BACF3D7B}" dt="2024-12-16T18:38:22.814" v="41"/>
          <ac:picMkLst>
            <pc:docMk/>
            <pc:sldMk cId="4019355993" sldId="959"/>
            <ac:picMk id="3" creationId="{ADFABDC2-1715-F58C-F14F-786A06806F58}"/>
          </ac:picMkLst>
        </pc:picChg>
      </pc:sldChg>
      <pc:sldChg chg="addSp delSp modSp mod">
        <pc:chgData name="Hugo Menezes do N. Vasconcelos" userId="ab768b6c-b4da-44c6-b4c6-52acb4ecbb6f" providerId="ADAL" clId="{ACC8D094-7510-412B-AADD-62D4BACF3D7B}" dt="2024-12-16T18:46:20.140" v="356" actId="20577"/>
        <pc:sldMkLst>
          <pc:docMk/>
          <pc:sldMk cId="1634413420" sldId="961"/>
        </pc:sldMkLst>
        <pc:spChg chg="topLvl">
          <ac:chgData name="Hugo Menezes do N. Vasconcelos" userId="ab768b6c-b4da-44c6-b4c6-52acb4ecbb6f" providerId="ADAL" clId="{ACC8D094-7510-412B-AADD-62D4BACF3D7B}" dt="2024-12-16T18:36:40.147" v="15" actId="478"/>
          <ac:spMkLst>
            <pc:docMk/>
            <pc:sldMk cId="1634413420" sldId="961"/>
            <ac:spMk id="23" creationId="{BEAC63F5-204B-7F5E-7649-0A3CE9421AAD}"/>
          </ac:spMkLst>
        </pc:spChg>
        <pc:spChg chg="mod">
          <ac:chgData name="Hugo Menezes do N. Vasconcelos" userId="ab768b6c-b4da-44c6-b4c6-52acb4ecbb6f" providerId="ADAL" clId="{ACC8D094-7510-412B-AADD-62D4BACF3D7B}" dt="2024-12-16T18:46:20.140" v="356" actId="20577"/>
          <ac:spMkLst>
            <pc:docMk/>
            <pc:sldMk cId="1634413420" sldId="961"/>
            <ac:spMk id="31" creationId="{1C8ECFC5-3609-4E7F-8ED8-5D7B14B97C1E}"/>
          </ac:spMkLst>
        </pc:spChg>
        <pc:spChg chg="mod">
          <ac:chgData name="Hugo Menezes do N. Vasconcelos" userId="ab768b6c-b4da-44c6-b4c6-52acb4ecbb6f" providerId="ADAL" clId="{ACC8D094-7510-412B-AADD-62D4BACF3D7B}" dt="2024-12-16T18:46:12.491" v="349" actId="20577"/>
          <ac:spMkLst>
            <pc:docMk/>
            <pc:sldMk cId="1634413420" sldId="961"/>
            <ac:spMk id="32" creationId="{57562F96-750C-45B8-A35F-96674BBD53F2}"/>
          </ac:spMkLst>
        </pc:spChg>
        <pc:picChg chg="add mod">
          <ac:chgData name="Hugo Menezes do N. Vasconcelos" userId="ab768b6c-b4da-44c6-b4c6-52acb4ecbb6f" providerId="ADAL" clId="{ACC8D094-7510-412B-AADD-62D4BACF3D7B}" dt="2024-12-16T18:36:40.547" v="16"/>
          <ac:picMkLst>
            <pc:docMk/>
            <pc:sldMk cId="1634413420" sldId="961"/>
            <ac:picMk id="2" creationId="{AEBC266A-859B-895A-6A33-512B5E73FFA4}"/>
          </ac:picMkLst>
        </pc:picChg>
      </pc:sldChg>
      <pc:sldChg chg="addSp delSp modSp mod">
        <pc:chgData name="Hugo Menezes do N. Vasconcelos" userId="ab768b6c-b4da-44c6-b4c6-52acb4ecbb6f" providerId="ADAL" clId="{ACC8D094-7510-412B-AADD-62D4BACF3D7B}" dt="2024-12-16T19:24:50.869" v="377"/>
        <pc:sldMkLst>
          <pc:docMk/>
          <pc:sldMk cId="3654676277" sldId="962"/>
        </pc:sldMkLst>
        <pc:spChg chg="mod">
          <ac:chgData name="Hugo Menezes do N. Vasconcelos" userId="ab768b6c-b4da-44c6-b4c6-52acb4ecbb6f" providerId="ADAL" clId="{ACC8D094-7510-412B-AADD-62D4BACF3D7B}" dt="2024-12-16T19:24:50.869" v="377"/>
          <ac:spMkLst>
            <pc:docMk/>
            <pc:sldMk cId="3654676277" sldId="962"/>
            <ac:spMk id="6" creationId="{231BFBCE-33F9-44A5-A51E-D2C923B6E360}"/>
          </ac:spMkLst>
        </pc:spChg>
        <pc:spChg chg="topLvl">
          <ac:chgData name="Hugo Menezes do N. Vasconcelos" userId="ab768b6c-b4da-44c6-b4c6-52acb4ecbb6f" providerId="ADAL" clId="{ACC8D094-7510-412B-AADD-62D4BACF3D7B}" dt="2024-12-16T18:36:45.092" v="17" actId="478"/>
          <ac:spMkLst>
            <pc:docMk/>
            <pc:sldMk cId="3654676277" sldId="962"/>
            <ac:spMk id="15" creationId="{25CC0DF3-FCFA-2BE8-9AC0-E28FC71BB092}"/>
          </ac:spMkLst>
        </pc:spChg>
        <pc:picChg chg="add mod">
          <ac:chgData name="Hugo Menezes do N. Vasconcelos" userId="ab768b6c-b4da-44c6-b4c6-52acb4ecbb6f" providerId="ADAL" clId="{ACC8D094-7510-412B-AADD-62D4BACF3D7B}" dt="2024-12-16T18:36:45.592" v="18"/>
          <ac:picMkLst>
            <pc:docMk/>
            <pc:sldMk cId="3654676277" sldId="962"/>
            <ac:picMk id="2" creationId="{1FE3F745-E3B8-E69D-5929-8B9D2ACE958A}"/>
          </ac:picMkLst>
        </pc:picChg>
      </pc:sldChg>
      <pc:sldChg chg="addSp delSp modSp mod">
        <pc:chgData name="Hugo Menezes do N. Vasconcelos" userId="ab768b6c-b4da-44c6-b4c6-52acb4ecbb6f" providerId="ADAL" clId="{ACC8D094-7510-412B-AADD-62D4BACF3D7B}" dt="2024-12-16T18:37:43.446" v="32"/>
        <pc:sldMkLst>
          <pc:docMk/>
          <pc:sldMk cId="1881140298" sldId="968"/>
        </pc:sldMkLst>
        <pc:spChg chg="topLvl">
          <ac:chgData name="Hugo Menezes do N. Vasconcelos" userId="ab768b6c-b4da-44c6-b4c6-52acb4ecbb6f" providerId="ADAL" clId="{ACC8D094-7510-412B-AADD-62D4BACF3D7B}" dt="2024-12-16T18:37:43.061" v="31" actId="478"/>
          <ac:spMkLst>
            <pc:docMk/>
            <pc:sldMk cId="1881140298" sldId="968"/>
            <ac:spMk id="20" creationId="{0A03CF88-A904-BCB9-AC0C-7BC82413613D}"/>
          </ac:spMkLst>
        </pc:spChg>
        <pc:picChg chg="add mod">
          <ac:chgData name="Hugo Menezes do N. Vasconcelos" userId="ab768b6c-b4da-44c6-b4c6-52acb4ecbb6f" providerId="ADAL" clId="{ACC8D094-7510-412B-AADD-62D4BACF3D7B}" dt="2024-12-16T18:37:43.446" v="32"/>
          <ac:picMkLst>
            <pc:docMk/>
            <pc:sldMk cId="1881140298" sldId="968"/>
            <ac:picMk id="9" creationId="{989E4221-935C-9BF8-168E-C8B346CA69C3}"/>
          </ac:picMkLst>
        </pc:picChg>
      </pc:sldChg>
      <pc:sldChg chg="addSp delSp modSp mod">
        <pc:chgData name="Hugo Menezes do N. Vasconcelos" userId="ab768b6c-b4da-44c6-b4c6-52acb4ecbb6f" providerId="ADAL" clId="{ACC8D094-7510-412B-AADD-62D4BACF3D7B}" dt="2024-12-16T18:35:46.606" v="3"/>
        <pc:sldMkLst>
          <pc:docMk/>
          <pc:sldMk cId="0" sldId="969"/>
        </pc:sldMkLst>
        <pc:picChg chg="add mod">
          <ac:chgData name="Hugo Menezes do N. Vasconcelos" userId="ab768b6c-b4da-44c6-b4c6-52acb4ecbb6f" providerId="ADAL" clId="{ACC8D094-7510-412B-AADD-62D4BACF3D7B}" dt="2024-12-16T18:35:46.606" v="3"/>
          <ac:picMkLst>
            <pc:docMk/>
            <pc:sldMk cId="0" sldId="969"/>
            <ac:picMk id="3" creationId="{19853C74-E5CB-F481-AED7-5BD5BE6BB84A}"/>
          </ac:picMkLst>
        </pc:picChg>
      </pc:sldChg>
      <pc:sldChg chg="addSp delSp modSp mod">
        <pc:chgData name="Hugo Menezes do N. Vasconcelos" userId="ab768b6c-b4da-44c6-b4c6-52acb4ecbb6f" providerId="ADAL" clId="{ACC8D094-7510-412B-AADD-62D4BACF3D7B}" dt="2024-12-16T18:36:22.336" v="12"/>
        <pc:sldMkLst>
          <pc:docMk/>
          <pc:sldMk cId="1870169789" sldId="970"/>
        </pc:sldMkLst>
        <pc:picChg chg="add mod">
          <ac:chgData name="Hugo Menezes do N. Vasconcelos" userId="ab768b6c-b4da-44c6-b4c6-52acb4ecbb6f" providerId="ADAL" clId="{ACC8D094-7510-412B-AADD-62D4BACF3D7B}" dt="2024-12-16T18:36:22.336" v="12"/>
          <ac:picMkLst>
            <pc:docMk/>
            <pc:sldMk cId="1870169789" sldId="970"/>
            <ac:picMk id="3" creationId="{0B816B4E-3647-92D5-6A35-5C4307CDF56D}"/>
          </ac:picMkLst>
        </pc:picChg>
      </pc:sldChg>
      <pc:sldChg chg="addSp delSp modSp mod">
        <pc:chgData name="Hugo Menezes do N. Vasconcelos" userId="ab768b6c-b4da-44c6-b4c6-52acb4ecbb6f" providerId="ADAL" clId="{ACC8D094-7510-412B-AADD-62D4BACF3D7B}" dt="2024-12-16T18:36:52.497" v="20"/>
        <pc:sldMkLst>
          <pc:docMk/>
          <pc:sldMk cId="428479103" sldId="971"/>
        </pc:sldMkLst>
        <pc:picChg chg="add mod">
          <ac:chgData name="Hugo Menezes do N. Vasconcelos" userId="ab768b6c-b4da-44c6-b4c6-52acb4ecbb6f" providerId="ADAL" clId="{ACC8D094-7510-412B-AADD-62D4BACF3D7B}" dt="2024-12-16T18:36:52.497" v="20"/>
          <ac:picMkLst>
            <pc:docMk/>
            <pc:sldMk cId="428479103" sldId="971"/>
            <ac:picMk id="3" creationId="{DCB87006-0A49-883C-FB22-45938A252D5D}"/>
          </ac:picMkLst>
        </pc:picChg>
      </pc:sldChg>
      <pc:sldChg chg="addSp delSp modSp mod">
        <pc:chgData name="Hugo Menezes do N. Vasconcelos" userId="ab768b6c-b4da-44c6-b4c6-52acb4ecbb6f" providerId="ADAL" clId="{ACC8D094-7510-412B-AADD-62D4BACF3D7B}" dt="2024-12-16T18:37:15.606" v="26"/>
        <pc:sldMkLst>
          <pc:docMk/>
          <pc:sldMk cId="1255475229" sldId="972"/>
        </pc:sldMkLst>
        <pc:picChg chg="add mod">
          <ac:chgData name="Hugo Menezes do N. Vasconcelos" userId="ab768b6c-b4da-44c6-b4c6-52acb4ecbb6f" providerId="ADAL" clId="{ACC8D094-7510-412B-AADD-62D4BACF3D7B}" dt="2024-12-16T18:37:15.606" v="26"/>
          <ac:picMkLst>
            <pc:docMk/>
            <pc:sldMk cId="1255475229" sldId="972"/>
            <ac:picMk id="3" creationId="{79888B7E-D28B-89C2-145B-5B55864C77A2}"/>
          </ac:picMkLst>
        </pc:picChg>
      </pc:sldChg>
      <pc:sldChg chg="addSp delSp modSp mod">
        <pc:chgData name="Hugo Menezes do N. Vasconcelos" userId="ab768b6c-b4da-44c6-b4c6-52acb4ecbb6f" providerId="ADAL" clId="{ACC8D094-7510-412B-AADD-62D4BACF3D7B}" dt="2024-12-16T18:37:49.785" v="34"/>
        <pc:sldMkLst>
          <pc:docMk/>
          <pc:sldMk cId="969032770" sldId="973"/>
        </pc:sldMkLst>
        <pc:picChg chg="add mod">
          <ac:chgData name="Hugo Menezes do N. Vasconcelos" userId="ab768b6c-b4da-44c6-b4c6-52acb4ecbb6f" providerId="ADAL" clId="{ACC8D094-7510-412B-AADD-62D4BACF3D7B}" dt="2024-12-16T18:37:49.785" v="34"/>
          <ac:picMkLst>
            <pc:docMk/>
            <pc:sldMk cId="969032770" sldId="973"/>
            <ac:picMk id="3" creationId="{5F6F71AF-6AF0-C206-82A3-A831EDE8D4FB}"/>
          </ac:picMkLst>
        </pc:picChg>
      </pc:sldChg>
      <pc:sldChg chg="addSp delSp modSp mod">
        <pc:chgData name="Hugo Menezes do N. Vasconcelos" userId="ab768b6c-b4da-44c6-b4c6-52acb4ecbb6f" providerId="ADAL" clId="{ACC8D094-7510-412B-AADD-62D4BACF3D7B}" dt="2024-12-16T18:38:38.238" v="45"/>
        <pc:sldMkLst>
          <pc:docMk/>
          <pc:sldMk cId="1566977773" sldId="974"/>
        </pc:sldMkLst>
      </pc:sldChg>
      <pc:sldChg chg="modSp mod">
        <pc:chgData name="Hugo Menezes do N. Vasconcelos" userId="ab768b6c-b4da-44c6-b4c6-52acb4ecbb6f" providerId="ADAL" clId="{ACC8D094-7510-412B-AADD-62D4BACF3D7B}" dt="2024-12-16T18:39:09.886" v="49" actId="1076"/>
        <pc:sldMkLst>
          <pc:docMk/>
          <pc:sldMk cId="3240788781" sldId="975"/>
        </pc:sldMkLst>
        <pc:picChg chg="mod modCrop">
          <ac:chgData name="Hugo Menezes do N. Vasconcelos" userId="ab768b6c-b4da-44c6-b4c6-52acb4ecbb6f" providerId="ADAL" clId="{ACC8D094-7510-412B-AADD-62D4BACF3D7B}" dt="2024-12-16T18:39:09.886" v="49" actId="1076"/>
          <ac:picMkLst>
            <pc:docMk/>
            <pc:sldMk cId="3240788781" sldId="975"/>
            <ac:picMk id="4" creationId="{920BFD32-598F-6D18-58CB-1BFF6FD7C7D0}"/>
          </ac:picMkLst>
        </pc:picChg>
      </pc:sldChg>
      <pc:sldChg chg="addSp delSp modSp mod">
        <pc:chgData name="Hugo Menezes do N. Vasconcelos" userId="ab768b6c-b4da-44c6-b4c6-52acb4ecbb6f" providerId="ADAL" clId="{ACC8D094-7510-412B-AADD-62D4BACF3D7B}" dt="2024-12-16T18:37:07.701" v="24"/>
        <pc:sldMkLst>
          <pc:docMk/>
          <pc:sldMk cId="3818202078" sldId="976"/>
        </pc:sldMkLst>
        <pc:spChg chg="topLvl">
          <ac:chgData name="Hugo Menezes do N. Vasconcelos" userId="ab768b6c-b4da-44c6-b4c6-52acb4ecbb6f" providerId="ADAL" clId="{ACC8D094-7510-412B-AADD-62D4BACF3D7B}" dt="2024-12-16T18:37:07.300" v="23" actId="478"/>
          <ac:spMkLst>
            <pc:docMk/>
            <pc:sldMk cId="3818202078" sldId="976"/>
            <ac:spMk id="15" creationId="{97099089-26DF-C2BF-610A-ABF8EECCE791}"/>
          </ac:spMkLst>
        </pc:spChg>
        <pc:picChg chg="add mod">
          <ac:chgData name="Hugo Menezes do N. Vasconcelos" userId="ab768b6c-b4da-44c6-b4c6-52acb4ecbb6f" providerId="ADAL" clId="{ACC8D094-7510-412B-AADD-62D4BACF3D7B}" dt="2024-12-16T18:37:07.701" v="24"/>
          <ac:picMkLst>
            <pc:docMk/>
            <pc:sldMk cId="3818202078" sldId="976"/>
            <ac:picMk id="7" creationId="{EA71F25B-6107-6BCA-E2A7-4D86DA4B5F87}"/>
          </ac:picMkLst>
        </pc:picChg>
      </pc:sldChg>
      <pc:sldChg chg="addSp delSp modSp mod">
        <pc:chgData name="Hugo Menezes do N. Vasconcelos" userId="ab768b6c-b4da-44c6-b4c6-52acb4ecbb6f" providerId="ADAL" clId="{ACC8D094-7510-412B-AADD-62D4BACF3D7B}" dt="2024-12-16T18:37:26.284" v="28"/>
        <pc:sldMkLst>
          <pc:docMk/>
          <pc:sldMk cId="4028990484" sldId="978"/>
        </pc:sldMkLst>
        <pc:spChg chg="topLvl">
          <ac:chgData name="Hugo Menezes do N. Vasconcelos" userId="ab768b6c-b4da-44c6-b4c6-52acb4ecbb6f" providerId="ADAL" clId="{ACC8D094-7510-412B-AADD-62D4BACF3D7B}" dt="2024-12-16T18:37:25.803" v="27" actId="478"/>
          <ac:spMkLst>
            <pc:docMk/>
            <pc:sldMk cId="4028990484" sldId="978"/>
            <ac:spMk id="13" creationId="{1F79FD25-09D8-87E3-99F9-E954EA4166E7}"/>
          </ac:spMkLst>
        </pc:spChg>
        <pc:picChg chg="add mod">
          <ac:chgData name="Hugo Menezes do N. Vasconcelos" userId="ab768b6c-b4da-44c6-b4c6-52acb4ecbb6f" providerId="ADAL" clId="{ACC8D094-7510-412B-AADD-62D4BACF3D7B}" dt="2024-12-16T18:37:26.284" v="28"/>
          <ac:picMkLst>
            <pc:docMk/>
            <pc:sldMk cId="4028990484" sldId="978"/>
            <ac:picMk id="2" creationId="{D2BB32BA-881C-2A83-50CA-0E397433AA02}"/>
          </ac:picMkLst>
        </pc:picChg>
      </pc:sldChg>
      <pc:sldChg chg="addSp delSp modSp mod">
        <pc:chgData name="Hugo Menezes do N. Vasconcelos" userId="ab768b6c-b4da-44c6-b4c6-52acb4ecbb6f" providerId="ADAL" clId="{ACC8D094-7510-412B-AADD-62D4BACF3D7B}" dt="2024-12-16T18:37:33.460" v="30"/>
        <pc:sldMkLst>
          <pc:docMk/>
          <pc:sldMk cId="1872645309" sldId="979"/>
        </pc:sldMkLst>
        <pc:picChg chg="add mod">
          <ac:chgData name="Hugo Menezes do N. Vasconcelos" userId="ab768b6c-b4da-44c6-b4c6-52acb4ecbb6f" providerId="ADAL" clId="{ACC8D094-7510-412B-AADD-62D4BACF3D7B}" dt="2024-12-16T18:37:33.460" v="30"/>
          <ac:picMkLst>
            <pc:docMk/>
            <pc:sldMk cId="1872645309" sldId="979"/>
            <ac:picMk id="3" creationId="{502CEFBD-FDF0-41D1-E9E3-46A8EBEEC2E7}"/>
          </ac:picMkLst>
        </pc:picChg>
      </pc:sldChg>
      <pc:sldChg chg="delSp modSp mod">
        <pc:chgData name="Hugo Menezes do N. Vasconcelos" userId="ab768b6c-b4da-44c6-b4c6-52acb4ecbb6f" providerId="ADAL" clId="{ACC8D094-7510-412B-AADD-62D4BACF3D7B}" dt="2024-12-16T19:28:28.108" v="414" actId="1076"/>
        <pc:sldMkLst>
          <pc:docMk/>
          <pc:sldMk cId="581720823" sldId="980"/>
        </pc:sldMkLst>
        <pc:spChg chg="mod">
          <ac:chgData name="Hugo Menezes do N. Vasconcelos" userId="ab768b6c-b4da-44c6-b4c6-52acb4ecbb6f" providerId="ADAL" clId="{ACC8D094-7510-412B-AADD-62D4BACF3D7B}" dt="2024-12-16T18:38:11.288" v="39" actId="14826"/>
          <ac:spMkLst>
            <pc:docMk/>
            <pc:sldMk cId="581720823" sldId="980"/>
            <ac:spMk id="14" creationId="{A930C336-0BC5-2DC6-B9B5-D7388005DAA0}"/>
          </ac:spMkLst>
        </pc:spChg>
        <pc:spChg chg="mod">
          <ac:chgData name="Hugo Menezes do N. Vasconcelos" userId="ab768b6c-b4da-44c6-b4c6-52acb4ecbb6f" providerId="ADAL" clId="{ACC8D094-7510-412B-AADD-62D4BACF3D7B}" dt="2024-12-16T19:28:21.716" v="413" actId="1076"/>
          <ac:spMkLst>
            <pc:docMk/>
            <pc:sldMk cId="581720823" sldId="980"/>
            <ac:spMk id="22" creationId="{9C1A1C0E-C0E9-E5B3-FF3E-C9B4F6BE084B}"/>
          </ac:spMkLst>
        </pc:spChg>
        <pc:grpChg chg="mod">
          <ac:chgData name="Hugo Menezes do N. Vasconcelos" userId="ab768b6c-b4da-44c6-b4c6-52acb4ecbb6f" providerId="ADAL" clId="{ACC8D094-7510-412B-AADD-62D4BACF3D7B}" dt="2024-12-16T18:38:11.288" v="39" actId="14826"/>
          <ac:grpSpMkLst>
            <pc:docMk/>
            <pc:sldMk cId="581720823" sldId="980"/>
            <ac:grpSpMk id="13" creationId="{40DCABF0-8290-547B-FACA-10137082D483}"/>
          </ac:grpSpMkLst>
        </pc:grpChg>
        <pc:picChg chg="mod">
          <ac:chgData name="Hugo Menezes do N. Vasconcelos" userId="ab768b6c-b4da-44c6-b4c6-52acb4ecbb6f" providerId="ADAL" clId="{ACC8D094-7510-412B-AADD-62D4BACF3D7B}" dt="2024-12-16T19:28:28.108" v="414" actId="1076"/>
          <ac:picMkLst>
            <pc:docMk/>
            <pc:sldMk cId="581720823" sldId="980"/>
            <ac:picMk id="3" creationId="{3712A9C1-64BD-0DF0-FE68-773EC2A3B03A}"/>
          </ac:picMkLst>
        </pc:picChg>
        <pc:picChg chg="mod">
          <ac:chgData name="Hugo Menezes do N. Vasconcelos" userId="ab768b6c-b4da-44c6-b4c6-52acb4ecbb6f" providerId="ADAL" clId="{ACC8D094-7510-412B-AADD-62D4BACF3D7B}" dt="2024-12-16T19:27:55.673" v="411"/>
          <ac:picMkLst>
            <pc:docMk/>
            <pc:sldMk cId="581720823" sldId="980"/>
            <ac:picMk id="5" creationId="{CBBB6989-DFA4-A6CD-4681-581AC957F10D}"/>
          </ac:picMkLst>
        </pc:picChg>
        <pc:picChg chg="mod">
          <ac:chgData name="Hugo Menezes do N. Vasconcelos" userId="ab768b6c-b4da-44c6-b4c6-52acb4ecbb6f" providerId="ADAL" clId="{ACC8D094-7510-412B-AADD-62D4BACF3D7B}" dt="2024-12-16T18:38:11.288" v="39" actId="14826"/>
          <ac:picMkLst>
            <pc:docMk/>
            <pc:sldMk cId="581720823" sldId="980"/>
            <ac:picMk id="15" creationId="{B28CC59A-1460-1D18-4864-4630A9D7F1FD}"/>
          </ac:picMkLst>
        </pc:picChg>
      </pc:sldChg>
      <pc:sldChg chg="addSp delSp modSp add mod">
        <pc:chgData name="Hugo Menezes do N. Vasconcelos" userId="ab768b6c-b4da-44c6-b4c6-52acb4ecbb6f" providerId="ADAL" clId="{ACC8D094-7510-412B-AADD-62D4BACF3D7B}" dt="2024-12-16T18:42:24.654" v="284" actId="1036"/>
        <pc:sldMkLst>
          <pc:docMk/>
          <pc:sldMk cId="2727908242" sldId="981"/>
        </pc:sldMkLst>
        <pc:spChg chg="add mod">
          <ac:chgData name="Hugo Menezes do N. Vasconcelos" userId="ab768b6c-b4da-44c6-b4c6-52acb4ecbb6f" providerId="ADAL" clId="{ACC8D094-7510-412B-AADD-62D4BACF3D7B}" dt="2024-12-16T18:42:24.654" v="284" actId="1036"/>
          <ac:spMkLst>
            <pc:docMk/>
            <pc:sldMk cId="2727908242" sldId="981"/>
            <ac:spMk id="5" creationId="{744DB41F-63D3-8839-717C-984B09E47FAD}"/>
          </ac:spMkLst>
        </pc:spChg>
        <pc:spChg chg="mod">
          <ac:chgData name="Hugo Menezes do N. Vasconcelos" userId="ab768b6c-b4da-44c6-b4c6-52acb4ecbb6f" providerId="ADAL" clId="{ACC8D094-7510-412B-AADD-62D4BACF3D7B}" dt="2024-12-16T18:40:09.809" v="57" actId="20577"/>
          <ac:spMkLst>
            <pc:docMk/>
            <pc:sldMk cId="2727908242" sldId="981"/>
            <ac:spMk id="38" creationId="{75E669C7-7017-D248-2E17-594ABD614D53}"/>
          </ac:spMkLst>
        </pc:spChg>
        <pc:spChg chg="mod">
          <ac:chgData name="Hugo Menezes do N. Vasconcelos" userId="ab768b6c-b4da-44c6-b4c6-52acb4ecbb6f" providerId="ADAL" clId="{ACC8D094-7510-412B-AADD-62D4BACF3D7B}" dt="2024-12-16T18:40:23.264" v="61" actId="6549"/>
          <ac:spMkLst>
            <pc:docMk/>
            <pc:sldMk cId="2727908242" sldId="981"/>
            <ac:spMk id="40" creationId="{C8F6D672-8ED0-00EA-C120-2189E8FD457B}"/>
          </ac:spMkLst>
        </pc:spChg>
        <pc:spChg chg="mod">
          <ac:chgData name="Hugo Menezes do N. Vasconcelos" userId="ab768b6c-b4da-44c6-b4c6-52acb4ecbb6f" providerId="ADAL" clId="{ACC8D094-7510-412B-AADD-62D4BACF3D7B}" dt="2024-12-16T18:40:18.716" v="60" actId="20577"/>
          <ac:spMkLst>
            <pc:docMk/>
            <pc:sldMk cId="2727908242" sldId="981"/>
            <ac:spMk id="43" creationId="{FDD5643B-F3E6-664A-D935-A17EDB0DD2C0}"/>
          </ac:spMkLst>
        </pc:spChg>
        <pc:grpChg chg="mod">
          <ac:chgData name="Hugo Menezes do N. Vasconcelos" userId="ab768b6c-b4da-44c6-b4c6-52acb4ecbb6f" providerId="ADAL" clId="{ACC8D094-7510-412B-AADD-62D4BACF3D7B}" dt="2024-12-16T18:40:29.481" v="62" actId="1076"/>
          <ac:grpSpMkLst>
            <pc:docMk/>
            <pc:sldMk cId="2727908242" sldId="981"/>
            <ac:grpSpMk id="12" creationId="{48317A9B-A745-3F2E-A174-450CB18C6F39}"/>
          </ac:grpSpMkLst>
        </pc:grpChg>
      </pc:sldChg>
    </pc:docChg>
  </pc:docChgLst>
  <pc:docChgLst>
    <pc:chgData name="Raimundo José Almeida junior" userId="e4843deb-fc4a-430d-8071-81eae519528d" providerId="ADAL" clId="{9B45AB26-317A-4E4D-983A-C6B97BB495E5}"/>
    <pc:docChg chg="custSel addSld delSld modSld sldOrd">
      <pc:chgData name="Raimundo José Almeida junior" userId="e4843deb-fc4a-430d-8071-81eae519528d" providerId="ADAL" clId="{9B45AB26-317A-4E4D-983A-C6B97BB495E5}" dt="2023-07-19T16:10:37.603" v="1425" actId="1076"/>
      <pc:docMkLst>
        <pc:docMk/>
      </pc:docMkLst>
      <pc:sldChg chg="modSp mod">
        <pc:chgData name="Raimundo José Almeida junior" userId="e4843deb-fc4a-430d-8071-81eae519528d" providerId="ADAL" clId="{9B45AB26-317A-4E4D-983A-C6B97BB495E5}" dt="2023-07-19T12:17:39.905" v="622" actId="20577"/>
        <pc:sldMkLst>
          <pc:docMk/>
          <pc:sldMk cId="0" sldId="256"/>
        </pc:sldMkLst>
      </pc:sldChg>
      <pc:sldChg chg="del">
        <pc:chgData name="Raimundo José Almeida junior" userId="e4843deb-fc4a-430d-8071-81eae519528d" providerId="ADAL" clId="{9B45AB26-317A-4E4D-983A-C6B97BB495E5}" dt="2023-07-19T12:23:52.205" v="1258" actId="47"/>
        <pc:sldMkLst>
          <pc:docMk/>
          <pc:sldMk cId="626392798" sldId="406"/>
        </pc:sldMkLst>
      </pc:sldChg>
      <pc:sldChg chg="modSp mod">
        <pc:chgData name="Raimundo José Almeida junior" userId="e4843deb-fc4a-430d-8071-81eae519528d" providerId="ADAL" clId="{9B45AB26-317A-4E4D-983A-C6B97BB495E5}" dt="2023-07-19T12:18:03.217" v="641" actId="20577"/>
        <pc:sldMkLst>
          <pc:docMk/>
          <pc:sldMk cId="3013753073" sldId="860"/>
        </pc:sldMkLst>
      </pc:sldChg>
      <pc:sldChg chg="addSp modSp mod">
        <pc:chgData name="Raimundo José Almeida junior" userId="e4843deb-fc4a-430d-8071-81eae519528d" providerId="ADAL" clId="{9B45AB26-317A-4E4D-983A-C6B97BB495E5}" dt="2023-07-19T12:22:39.701" v="987" actId="121"/>
        <pc:sldMkLst>
          <pc:docMk/>
          <pc:sldMk cId="3008895721" sldId="889"/>
        </pc:sldMkLst>
      </pc:sldChg>
      <pc:sldChg chg="addSp modSp mod">
        <pc:chgData name="Raimundo José Almeida junior" userId="e4843deb-fc4a-430d-8071-81eae519528d" providerId="ADAL" clId="{9B45AB26-317A-4E4D-983A-C6B97BB495E5}" dt="2023-07-19T12:18:08.297" v="642" actId="1076"/>
        <pc:sldMkLst>
          <pc:docMk/>
          <pc:sldMk cId="1199626130" sldId="938"/>
        </pc:sldMkLst>
      </pc:sldChg>
      <pc:sldChg chg="modSp mod">
        <pc:chgData name="Raimundo José Almeida junior" userId="e4843deb-fc4a-430d-8071-81eae519528d" providerId="ADAL" clId="{9B45AB26-317A-4E4D-983A-C6B97BB495E5}" dt="2023-07-19T12:18:45.875" v="643" actId="2711"/>
        <pc:sldMkLst>
          <pc:docMk/>
          <pc:sldMk cId="1634413420" sldId="961"/>
        </pc:sldMkLst>
      </pc:sldChg>
      <pc:sldChg chg="modSp mod">
        <pc:chgData name="Raimundo José Almeida junior" userId="e4843deb-fc4a-430d-8071-81eae519528d" providerId="ADAL" clId="{9B45AB26-317A-4E4D-983A-C6B97BB495E5}" dt="2023-07-19T12:21:05.796" v="835" actId="114"/>
        <pc:sldMkLst>
          <pc:docMk/>
          <pc:sldMk cId="3654676277" sldId="962"/>
        </pc:sldMkLst>
      </pc:sldChg>
      <pc:sldChg chg="modSp mod">
        <pc:chgData name="Raimundo José Almeida junior" userId="e4843deb-fc4a-430d-8071-81eae519528d" providerId="ADAL" clId="{9B45AB26-317A-4E4D-983A-C6B97BB495E5}" dt="2023-07-19T16:10:37.603" v="1425" actId="1076"/>
        <pc:sldMkLst>
          <pc:docMk/>
          <pc:sldMk cId="1255475229" sldId="972"/>
        </pc:sldMkLst>
      </pc:sldChg>
      <pc:sldChg chg="addSp modSp mod">
        <pc:chgData name="Raimundo José Almeida junior" userId="e4843deb-fc4a-430d-8071-81eae519528d" providerId="ADAL" clId="{9B45AB26-317A-4E4D-983A-C6B97BB495E5}" dt="2023-07-19T12:23:39.439" v="1257" actId="20577"/>
        <pc:sldMkLst>
          <pc:docMk/>
          <pc:sldMk cId="3818202078" sldId="976"/>
        </pc:sldMkLst>
      </pc:sldChg>
      <pc:sldChg chg="modSp mod">
        <pc:chgData name="Raimundo José Almeida junior" userId="e4843deb-fc4a-430d-8071-81eae519528d" providerId="ADAL" clId="{9B45AB26-317A-4E4D-983A-C6B97BB495E5}" dt="2023-07-19T12:28:02.739" v="1423" actId="1076"/>
        <pc:sldMkLst>
          <pc:docMk/>
          <pc:sldMk cId="2096216363" sldId="977"/>
        </pc:sldMkLst>
      </pc:sldChg>
      <pc:sldChg chg="add del setBg">
        <pc:chgData name="Raimundo José Almeida junior" userId="e4843deb-fc4a-430d-8071-81eae519528d" providerId="ADAL" clId="{9B45AB26-317A-4E4D-983A-C6B97BB495E5}" dt="2023-07-19T12:24:20.280" v="1261" actId="47"/>
        <pc:sldMkLst>
          <pc:docMk/>
          <pc:sldMk cId="875822988" sldId="978"/>
        </pc:sldMkLst>
      </pc:sldChg>
      <pc:sldChg chg="modSp add mod ord">
        <pc:chgData name="Raimundo José Almeida junior" userId="e4843deb-fc4a-430d-8071-81eae519528d" providerId="ADAL" clId="{9B45AB26-317A-4E4D-983A-C6B97BB495E5}" dt="2023-07-19T12:27:13.558" v="1410"/>
        <pc:sldMkLst>
          <pc:docMk/>
          <pc:sldMk cId="4028990484" sldId="978"/>
        </pc:sldMkLst>
      </pc:sldChg>
      <pc:sldChg chg="add">
        <pc:chgData name="Raimundo José Almeida junior" userId="e4843deb-fc4a-430d-8071-81eae519528d" providerId="ADAL" clId="{9B45AB26-317A-4E4D-983A-C6B97BB495E5}" dt="2023-07-19T12:27:10.832" v="1408" actId="2890"/>
        <pc:sldMkLst>
          <pc:docMk/>
          <pc:sldMk cId="1872645309" sldId="979"/>
        </pc:sldMkLst>
      </pc:sldChg>
      <pc:sldChg chg="add del">
        <pc:chgData name="Raimundo José Almeida junior" userId="e4843deb-fc4a-430d-8071-81eae519528d" providerId="ADAL" clId="{9B45AB26-317A-4E4D-983A-C6B97BB495E5}" dt="2023-07-19T12:24:18.508" v="1260" actId="47"/>
        <pc:sldMkLst>
          <pc:docMk/>
          <pc:sldMk cId="3411758230" sldId="97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AFD71E-8D8B-4AC2-B490-6A5A3EDD9329}" type="datetimeFigureOut">
              <a:rPr lang="pt-BR" smtClean="0"/>
              <a:t>04/08/2026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C442-507C-4194-8665-AB738C66E7F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104854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D4EC442-507C-4194-8665-AB738C66E7FA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648248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B4DD2F-38FF-2983-1668-7095DE4CCE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D2B5499F-276B-59E8-9DB5-ECD900D60E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E4334856-E107-7B69-D14E-412E3BBA91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09F2D5F-9270-0E52-C33D-DDAC94EADC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D4EC442-507C-4194-8665-AB738C66E7FA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065897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409DC8-6A9D-1186-A775-1F2E6EBF37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94463C05-686D-250B-E5F6-645D51D74E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D25B7BFE-10BB-876C-530A-3EE708D107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0EF7534-E6BD-4846-8595-77CD90AEE1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D4EC442-507C-4194-8665-AB738C66E7FA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233373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2C76B9-E362-7827-B776-69E7BE3A33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4B82F899-794E-D94C-4406-01D0CECB1C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70087C86-5DA4-7401-0C42-2BDBE250F1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5D35338-019D-1883-FA7E-839AE652B1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D4EC442-507C-4194-8665-AB738C66E7FA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49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980183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22D119-AFB5-A5E2-ACDE-720401640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28F7EB60-5A33-976E-B704-A13670F33A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8FAA0CE7-7410-CD8E-E8CE-FB3B8CD898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B3CD95B-FF59-7947-D926-C1BE233B54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D4EC442-507C-4194-8665-AB738C66E7FA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51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8245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C8BBB-F80D-4FB5-ACD5-8C641C8F5B2E}" type="datetimeFigureOut">
              <a:rPr lang="pt-BR" smtClean="0"/>
              <a:pPr/>
              <a:t>04/08/2026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B582A-FEE7-4D6A-9BC9-392A0975FB1B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446195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C8BBB-F80D-4FB5-ACD5-8C641C8F5B2E}" type="datetimeFigureOut">
              <a:rPr lang="pt-BR" smtClean="0"/>
              <a:pPr/>
              <a:t>04/08/2026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B582A-FEE7-4D6A-9BC9-392A0975FB1B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45123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C8BBB-F80D-4FB5-ACD5-8C641C8F5B2E}" type="datetimeFigureOut">
              <a:rPr lang="pt-BR" smtClean="0"/>
              <a:pPr/>
              <a:t>04/08/2026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B582A-FEE7-4D6A-9BC9-392A0975FB1B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532953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9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9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C8BBB-F80D-4FB5-ACD5-8C641C8F5B2E}" type="datetimeFigureOut">
              <a:rPr lang="pt-BR" smtClean="0"/>
              <a:pPr/>
              <a:t>04/08/2026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B582A-FEE7-4D6A-9BC9-392A0975FB1B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49651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C8BBB-F80D-4FB5-ACD5-8C641C8F5B2E}" type="datetimeFigureOut">
              <a:rPr lang="pt-BR" smtClean="0"/>
              <a:pPr/>
              <a:t>04/08/2026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B582A-FEE7-4D6A-9BC9-392A0975FB1B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419024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C8BBB-F80D-4FB5-ACD5-8C641C8F5B2E}" type="datetimeFigureOut">
              <a:rPr lang="pt-BR" smtClean="0"/>
              <a:pPr/>
              <a:t>04/08/2026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B582A-FEE7-4D6A-9BC9-392A0975FB1B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558888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C8BBB-F80D-4FB5-ACD5-8C641C8F5B2E}" type="datetimeFigureOut">
              <a:rPr lang="pt-BR" smtClean="0"/>
              <a:pPr/>
              <a:t>04/08/2026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B582A-FEE7-4D6A-9BC9-392A0975FB1B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880698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C8BBB-F80D-4FB5-ACD5-8C641C8F5B2E}" type="datetimeFigureOut">
              <a:rPr lang="pt-BR" smtClean="0"/>
              <a:pPr/>
              <a:t>04/08/2026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B582A-FEE7-4D6A-9BC9-392A0975FB1B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880698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C8BBB-F80D-4FB5-ACD5-8C641C8F5B2E}" type="datetimeFigureOut">
              <a:rPr lang="pt-BR" smtClean="0"/>
              <a:pPr/>
              <a:t>04/08/2026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B582A-FEE7-4D6A-9BC9-392A0975FB1B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410890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C8BBB-F80D-4FB5-ACD5-8C641C8F5B2E}" type="datetimeFigureOut">
              <a:rPr lang="pt-BR" smtClean="0"/>
              <a:pPr/>
              <a:t>04/08/2026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B582A-FEE7-4D6A-9BC9-392A0975FB1B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44074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C8BBB-F80D-4FB5-ACD5-8C641C8F5B2E}" type="datetimeFigureOut">
              <a:rPr lang="pt-BR" smtClean="0"/>
              <a:pPr/>
              <a:t>04/08/2026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B582A-FEE7-4D6A-9BC9-392A0975FB1B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623760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1" y="365126"/>
            <a:ext cx="2628900" cy="5811839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1" y="365126"/>
            <a:ext cx="7734300" cy="5811839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C8BBB-F80D-4FB5-ACD5-8C641C8F5B2E}" type="datetimeFigureOut">
              <a:rPr lang="pt-BR" smtClean="0"/>
              <a:pPr/>
              <a:t>04/08/2026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B582A-FEE7-4D6A-9BC9-392A0975FB1B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4909689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1833"/>
            <a:ext cx="9144000" cy="2387600"/>
          </a:xfrm>
        </p:spPr>
        <p:txBody>
          <a:bodyPr anchor="b"/>
          <a:lstStyle>
            <a:lvl1pPr algn="ctr">
              <a:defRPr sz="8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568"/>
            <a:ext cx="9144000" cy="1655233"/>
          </a:xfrm>
        </p:spPr>
        <p:txBody>
          <a:bodyPr/>
          <a:lstStyle>
            <a:lvl1pPr marL="0" indent="0" algn="ctr">
              <a:buNone/>
              <a:defRPr sz="3200"/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191DB-E7F9-4D9C-A1F2-2CA2936E5C1F}" type="datetimeFigureOut">
              <a:rPr lang="pt-BR" smtClean="0"/>
              <a:pPr/>
              <a:t>04/08/2026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6F714-D074-481C-977C-30874B1D8F09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69126971"/>
      </p:ext>
    </p:extLst>
  </p:cSld>
  <p:clrMapOvr>
    <a:masterClrMapping/>
  </p:clrMapOvr>
  <p:transition spd="slow">
    <p:push dir="u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191DB-E7F9-4D9C-A1F2-2CA2936E5C1F}" type="datetimeFigureOut">
              <a:rPr lang="pt-BR" smtClean="0"/>
              <a:pPr/>
              <a:t>04/08/2026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6F714-D074-481C-977C-30874B1D8F09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54051720"/>
      </p:ext>
    </p:extLst>
  </p:cSld>
  <p:clrMapOvr>
    <a:masterClrMapping/>
  </p:clrMapOvr>
  <p:transition spd="slow">
    <p:push dir="u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1" y="1710267"/>
            <a:ext cx="10515600" cy="2853267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1" y="4588934"/>
            <a:ext cx="10515600" cy="1500717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191DB-E7F9-4D9C-A1F2-2CA2936E5C1F}" type="datetimeFigureOut">
              <a:rPr lang="pt-BR" smtClean="0"/>
              <a:pPr/>
              <a:t>04/08/2026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6F714-D074-481C-977C-30874B1D8F09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56484235"/>
      </p:ext>
    </p:extLst>
  </p:cSld>
  <p:clrMapOvr>
    <a:masterClrMapping/>
  </p:clrMapOvr>
  <p:transition spd="slow">
    <p:push dir="u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6684"/>
            <a:ext cx="5156200" cy="4349749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97600" y="1826684"/>
            <a:ext cx="5156200" cy="4349749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191DB-E7F9-4D9C-A1F2-2CA2936E5C1F}" type="datetimeFigureOut">
              <a:rPr lang="pt-BR" smtClean="0"/>
              <a:pPr/>
              <a:t>04/08/2026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6F714-D074-481C-977C-30874B1D8F09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63765822"/>
      </p:ext>
    </p:extLst>
  </p:cSld>
  <p:clrMapOvr>
    <a:masterClrMapping/>
  </p:clrMapOvr>
  <p:transition spd="slow">
    <p:push dir="u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40317" y="366185"/>
            <a:ext cx="10515600" cy="132503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40318" y="1680634"/>
            <a:ext cx="5158316" cy="825500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40318" y="2506133"/>
            <a:ext cx="5158316" cy="3683000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0634"/>
            <a:ext cx="5183717" cy="825500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6133"/>
            <a:ext cx="5183717" cy="3683000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191DB-E7F9-4D9C-A1F2-2CA2936E5C1F}" type="datetimeFigureOut">
              <a:rPr lang="pt-BR" smtClean="0"/>
              <a:pPr/>
              <a:t>04/08/2026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6F714-D074-481C-977C-30874B1D8F09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9647014"/>
      </p:ext>
    </p:extLst>
  </p:cSld>
  <p:clrMapOvr>
    <a:masterClrMapping/>
  </p:clrMapOvr>
  <p:transition spd="slow">
    <p:push dir="u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191DB-E7F9-4D9C-A1F2-2CA2936E5C1F}" type="datetimeFigureOut">
              <a:rPr lang="pt-BR" smtClean="0"/>
              <a:pPr/>
              <a:t>04/08/2026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6F714-D074-481C-977C-30874B1D8F09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74518861"/>
      </p:ext>
    </p:extLst>
  </p:cSld>
  <p:clrMapOvr>
    <a:masterClrMapping/>
  </p:clrMapOvr>
  <p:transition spd="slow">
    <p:push dir="u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191DB-E7F9-4D9C-A1F2-2CA2936E5C1F}" type="datetimeFigureOut">
              <a:rPr lang="pt-BR" smtClean="0"/>
              <a:pPr/>
              <a:t>04/08/2026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6F714-D074-481C-977C-30874B1D8F09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30877061"/>
      </p:ext>
    </p:extLst>
  </p:cSld>
  <p:clrMapOvr>
    <a:masterClrMapping/>
  </p:clrMapOvr>
  <p:transition spd="slow">
    <p:push dir="u"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717" y="988485"/>
            <a:ext cx="6172200" cy="4872567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2117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191DB-E7F9-4D9C-A1F2-2CA2936E5C1F}" type="datetimeFigureOut">
              <a:rPr lang="pt-BR" smtClean="0"/>
              <a:pPr/>
              <a:t>04/08/2026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6F714-D074-481C-977C-30874B1D8F09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77720134"/>
      </p:ext>
    </p:extLst>
  </p:cSld>
  <p:clrMapOvr>
    <a:masterClrMapping/>
  </p:clrMapOvr>
  <p:transition spd="slow">
    <p:push dir="u"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717" y="988485"/>
            <a:ext cx="6172200" cy="4872567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2117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191DB-E7F9-4D9C-A1F2-2CA2936E5C1F}" type="datetimeFigureOut">
              <a:rPr lang="pt-BR" smtClean="0"/>
              <a:pPr/>
              <a:t>04/08/2026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6F714-D074-481C-977C-30874B1D8F09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0927644"/>
      </p:ext>
    </p:extLst>
  </p:cSld>
  <p:clrMapOvr>
    <a:masterClrMapping/>
  </p:clrMapOvr>
  <p:transition spd="slow">
    <p:push dir="u"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191DB-E7F9-4D9C-A1F2-2CA2936E5C1F}" type="datetimeFigureOut">
              <a:rPr lang="pt-BR" smtClean="0"/>
              <a:pPr/>
              <a:t>04/08/2026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6F714-D074-481C-977C-30874B1D8F09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10306513"/>
      </p:ext>
    </p:extLst>
  </p:cSld>
  <p:clrMapOvr>
    <a:masterClrMapping/>
  </p:clrMapOvr>
  <p:transition spd="slow">
    <p:push dir="u"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1" y="366185"/>
            <a:ext cx="2628900" cy="5810249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1" y="366185"/>
            <a:ext cx="7683500" cy="5810249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191DB-E7F9-4D9C-A1F2-2CA2936E5C1F}" type="datetimeFigureOut">
              <a:rPr lang="pt-BR" smtClean="0"/>
              <a:pPr/>
              <a:t>04/08/2026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6F714-D074-481C-977C-30874B1D8F09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30845211"/>
      </p:ext>
    </p:extLst>
  </p:cSld>
  <p:clrMapOvr>
    <a:masterClrMapping/>
  </p:clrMapOvr>
  <p:transition spd="slow">
    <p:push dir="u"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420283"/>
            <a:ext cx="5181600" cy="98001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2590800"/>
            <a:ext cx="4267200" cy="11684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048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096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91444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2192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5240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8288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1337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4385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175089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326403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1542" y="2937934"/>
            <a:ext cx="5181600" cy="908050"/>
          </a:xfrm>
        </p:spPr>
        <p:txBody>
          <a:bodyPr anchor="t"/>
          <a:lstStyle>
            <a:lvl1pPr algn="l">
              <a:defRPr sz="2667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1542" y="1937809"/>
            <a:ext cx="5181600" cy="1000125"/>
          </a:xfrm>
        </p:spPr>
        <p:txBody>
          <a:bodyPr anchor="b"/>
          <a:lstStyle>
            <a:lvl1pPr marL="0" indent="0">
              <a:buNone/>
              <a:defRPr sz="1333">
                <a:solidFill>
                  <a:schemeClr val="tx1">
                    <a:tint val="75000"/>
                  </a:schemeClr>
                </a:solidFill>
              </a:defRPr>
            </a:lvl1pPr>
            <a:lvl2pPr marL="30481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2pPr>
            <a:lvl3pPr marL="609630" indent="0">
              <a:buNone/>
              <a:defRPr sz="1067">
                <a:solidFill>
                  <a:schemeClr val="tx1">
                    <a:tint val="75000"/>
                  </a:schemeClr>
                </a:solidFill>
              </a:defRPr>
            </a:lvl3pPr>
            <a:lvl4pPr marL="914446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4pPr>
            <a:lvl5pPr marL="1219261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5pPr>
            <a:lvl6pPr marL="1524076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6pPr>
            <a:lvl7pPr marL="1828891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7pPr>
            <a:lvl8pPr marL="2133707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8pPr>
            <a:lvl9pPr marL="2438522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100417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1066800"/>
            <a:ext cx="2692400" cy="3017309"/>
          </a:xfrm>
        </p:spPr>
        <p:txBody>
          <a:bodyPr/>
          <a:lstStyle>
            <a:lvl1pPr>
              <a:defRPr sz="1867"/>
            </a:lvl1pPr>
            <a:lvl2pPr>
              <a:defRPr sz="1600"/>
            </a:lvl2pPr>
            <a:lvl3pPr>
              <a:defRPr sz="1333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98800" y="1066800"/>
            <a:ext cx="2692400" cy="3017309"/>
          </a:xfrm>
        </p:spPr>
        <p:txBody>
          <a:bodyPr/>
          <a:lstStyle>
            <a:lvl1pPr>
              <a:defRPr sz="1867"/>
            </a:lvl1pPr>
            <a:lvl2pPr>
              <a:defRPr sz="1600"/>
            </a:lvl2pPr>
            <a:lvl3pPr>
              <a:defRPr sz="1333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0302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023409"/>
            <a:ext cx="2693459" cy="426508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815" indent="0">
              <a:buNone/>
              <a:defRPr sz="1333" b="1"/>
            </a:lvl2pPr>
            <a:lvl3pPr marL="609630" indent="0">
              <a:buNone/>
              <a:defRPr sz="1200" b="1"/>
            </a:lvl3pPr>
            <a:lvl4pPr marL="914446" indent="0">
              <a:buNone/>
              <a:defRPr sz="1067" b="1"/>
            </a:lvl4pPr>
            <a:lvl5pPr marL="1219261" indent="0">
              <a:buNone/>
              <a:defRPr sz="1067" b="1"/>
            </a:lvl5pPr>
            <a:lvl6pPr marL="1524076" indent="0">
              <a:buNone/>
              <a:defRPr sz="1067" b="1"/>
            </a:lvl6pPr>
            <a:lvl7pPr marL="1828891" indent="0">
              <a:buNone/>
              <a:defRPr sz="1067" b="1"/>
            </a:lvl7pPr>
            <a:lvl8pPr marL="2133707" indent="0">
              <a:buNone/>
              <a:defRPr sz="1067" b="1"/>
            </a:lvl8pPr>
            <a:lvl9pPr marL="2438522" indent="0">
              <a:buNone/>
              <a:defRPr sz="10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4800" y="1449917"/>
            <a:ext cx="2693459" cy="2634192"/>
          </a:xfrm>
        </p:spPr>
        <p:txBody>
          <a:bodyPr/>
          <a:lstStyle>
            <a:lvl1pPr>
              <a:defRPr sz="1600"/>
            </a:lvl1pPr>
            <a:lvl2pPr>
              <a:defRPr sz="1333"/>
            </a:lvl2pPr>
            <a:lvl3pPr>
              <a:defRPr sz="1200"/>
            </a:lvl3pPr>
            <a:lvl4pPr>
              <a:defRPr sz="1067"/>
            </a:lvl4pPr>
            <a:lvl5pPr>
              <a:defRPr sz="1067"/>
            </a:lvl5pPr>
            <a:lvl6pPr>
              <a:defRPr sz="1067"/>
            </a:lvl6pPr>
            <a:lvl7pPr>
              <a:defRPr sz="1067"/>
            </a:lvl7pPr>
            <a:lvl8pPr>
              <a:defRPr sz="1067"/>
            </a:lvl8pPr>
            <a:lvl9pPr>
              <a:defRPr sz="10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96684" y="1023409"/>
            <a:ext cx="2694517" cy="426508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815" indent="0">
              <a:buNone/>
              <a:defRPr sz="1333" b="1"/>
            </a:lvl2pPr>
            <a:lvl3pPr marL="609630" indent="0">
              <a:buNone/>
              <a:defRPr sz="1200" b="1"/>
            </a:lvl3pPr>
            <a:lvl4pPr marL="914446" indent="0">
              <a:buNone/>
              <a:defRPr sz="1067" b="1"/>
            </a:lvl4pPr>
            <a:lvl5pPr marL="1219261" indent="0">
              <a:buNone/>
              <a:defRPr sz="1067" b="1"/>
            </a:lvl5pPr>
            <a:lvl6pPr marL="1524076" indent="0">
              <a:buNone/>
              <a:defRPr sz="1067" b="1"/>
            </a:lvl6pPr>
            <a:lvl7pPr marL="1828891" indent="0">
              <a:buNone/>
              <a:defRPr sz="1067" b="1"/>
            </a:lvl7pPr>
            <a:lvl8pPr marL="2133707" indent="0">
              <a:buNone/>
              <a:defRPr sz="1067" b="1"/>
            </a:lvl8pPr>
            <a:lvl9pPr marL="2438522" indent="0">
              <a:buNone/>
              <a:defRPr sz="10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96684" y="1449917"/>
            <a:ext cx="2694517" cy="2634192"/>
          </a:xfrm>
        </p:spPr>
        <p:txBody>
          <a:bodyPr/>
          <a:lstStyle>
            <a:lvl1pPr>
              <a:defRPr sz="1600"/>
            </a:lvl1pPr>
            <a:lvl2pPr>
              <a:defRPr sz="1333"/>
            </a:lvl2pPr>
            <a:lvl3pPr>
              <a:defRPr sz="1200"/>
            </a:lvl3pPr>
            <a:lvl4pPr>
              <a:defRPr sz="1067"/>
            </a:lvl4pPr>
            <a:lvl5pPr>
              <a:defRPr sz="1067"/>
            </a:lvl5pPr>
            <a:lvl6pPr>
              <a:defRPr sz="1067"/>
            </a:lvl6pPr>
            <a:lvl7pPr>
              <a:defRPr sz="1067"/>
            </a:lvl7pPr>
            <a:lvl8pPr>
              <a:defRPr sz="1067"/>
            </a:lvl8pPr>
            <a:lvl9pPr>
              <a:defRPr sz="10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59960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524180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51818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82033"/>
            <a:ext cx="2005542" cy="774700"/>
          </a:xfrm>
        </p:spPr>
        <p:txBody>
          <a:bodyPr anchor="b"/>
          <a:lstStyle>
            <a:lvl1pPr algn="l">
              <a:defRPr sz="13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83367" y="182034"/>
            <a:ext cx="3407833" cy="3902075"/>
          </a:xfrm>
        </p:spPr>
        <p:txBody>
          <a:bodyPr/>
          <a:lstStyle>
            <a:lvl1pPr>
              <a:defRPr sz="2133"/>
            </a:lvl1pPr>
            <a:lvl2pPr>
              <a:defRPr sz="1867"/>
            </a:lvl2pPr>
            <a:lvl3pPr>
              <a:defRPr sz="1600"/>
            </a:lvl3pPr>
            <a:lvl4pPr>
              <a:defRPr sz="1333"/>
            </a:lvl4pPr>
            <a:lvl5pPr>
              <a:defRPr sz="1333"/>
            </a:lvl5pPr>
            <a:lvl6pPr>
              <a:defRPr sz="1333"/>
            </a:lvl6pPr>
            <a:lvl7pPr>
              <a:defRPr sz="1333"/>
            </a:lvl7pPr>
            <a:lvl8pPr>
              <a:defRPr sz="1333"/>
            </a:lvl8pPr>
            <a:lvl9pPr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800" y="956734"/>
            <a:ext cx="2005542" cy="3127375"/>
          </a:xfrm>
        </p:spPr>
        <p:txBody>
          <a:bodyPr/>
          <a:lstStyle>
            <a:lvl1pPr marL="0" indent="0">
              <a:buNone/>
              <a:defRPr sz="933"/>
            </a:lvl1pPr>
            <a:lvl2pPr marL="304815" indent="0">
              <a:buNone/>
              <a:defRPr sz="800"/>
            </a:lvl2pPr>
            <a:lvl3pPr marL="609630" indent="0">
              <a:buNone/>
              <a:defRPr sz="667"/>
            </a:lvl3pPr>
            <a:lvl4pPr marL="914446" indent="0">
              <a:buNone/>
              <a:defRPr sz="600"/>
            </a:lvl4pPr>
            <a:lvl5pPr marL="1219261" indent="0">
              <a:buNone/>
              <a:defRPr sz="600"/>
            </a:lvl5pPr>
            <a:lvl6pPr marL="1524076" indent="0">
              <a:buNone/>
              <a:defRPr sz="600"/>
            </a:lvl6pPr>
            <a:lvl7pPr marL="1828891" indent="0">
              <a:buNone/>
              <a:defRPr sz="600"/>
            </a:lvl7pPr>
            <a:lvl8pPr marL="2133707" indent="0">
              <a:buNone/>
              <a:defRPr sz="600"/>
            </a:lvl8pPr>
            <a:lvl9pPr marL="2438522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666908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4859" y="3200400"/>
            <a:ext cx="3657600" cy="377825"/>
          </a:xfrm>
        </p:spPr>
        <p:txBody>
          <a:bodyPr anchor="b"/>
          <a:lstStyle>
            <a:lvl1pPr algn="l">
              <a:defRPr sz="13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194859" y="408517"/>
            <a:ext cx="3657600" cy="2743200"/>
          </a:xfrm>
        </p:spPr>
        <p:txBody>
          <a:bodyPr/>
          <a:lstStyle>
            <a:lvl1pPr marL="0" indent="0">
              <a:buNone/>
              <a:defRPr sz="2133"/>
            </a:lvl1pPr>
            <a:lvl2pPr marL="304815" indent="0">
              <a:buNone/>
              <a:defRPr sz="1867"/>
            </a:lvl2pPr>
            <a:lvl3pPr marL="609630" indent="0">
              <a:buNone/>
              <a:defRPr sz="1600"/>
            </a:lvl3pPr>
            <a:lvl4pPr marL="914446" indent="0">
              <a:buNone/>
              <a:defRPr sz="1333"/>
            </a:lvl4pPr>
            <a:lvl5pPr marL="1219261" indent="0">
              <a:buNone/>
              <a:defRPr sz="1333"/>
            </a:lvl5pPr>
            <a:lvl6pPr marL="1524076" indent="0">
              <a:buNone/>
              <a:defRPr sz="1333"/>
            </a:lvl6pPr>
            <a:lvl7pPr marL="1828891" indent="0">
              <a:buNone/>
              <a:defRPr sz="1333"/>
            </a:lvl7pPr>
            <a:lvl8pPr marL="2133707" indent="0">
              <a:buNone/>
              <a:defRPr sz="1333"/>
            </a:lvl8pPr>
            <a:lvl9pPr marL="2438522" indent="0">
              <a:buNone/>
              <a:defRPr sz="1333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94859" y="3578225"/>
            <a:ext cx="3657600" cy="536575"/>
          </a:xfrm>
        </p:spPr>
        <p:txBody>
          <a:bodyPr/>
          <a:lstStyle>
            <a:lvl1pPr marL="0" indent="0">
              <a:buNone/>
              <a:defRPr sz="933"/>
            </a:lvl1pPr>
            <a:lvl2pPr marL="304815" indent="0">
              <a:buNone/>
              <a:defRPr sz="800"/>
            </a:lvl2pPr>
            <a:lvl3pPr marL="609630" indent="0">
              <a:buNone/>
              <a:defRPr sz="667"/>
            </a:lvl3pPr>
            <a:lvl4pPr marL="914446" indent="0">
              <a:buNone/>
              <a:defRPr sz="600"/>
            </a:lvl4pPr>
            <a:lvl5pPr marL="1219261" indent="0">
              <a:buNone/>
              <a:defRPr sz="600"/>
            </a:lvl5pPr>
            <a:lvl6pPr marL="1524076" indent="0">
              <a:buNone/>
              <a:defRPr sz="600"/>
            </a:lvl6pPr>
            <a:lvl7pPr marL="1828891" indent="0">
              <a:buNone/>
              <a:defRPr sz="600"/>
            </a:lvl7pPr>
            <a:lvl8pPr marL="2133707" indent="0">
              <a:buNone/>
              <a:defRPr sz="600"/>
            </a:lvl8pPr>
            <a:lvl9pPr marL="2438522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18004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582912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419600" y="183092"/>
            <a:ext cx="1371600" cy="39010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183092"/>
            <a:ext cx="4013200" cy="39010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71344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 8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B3B8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016098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8907918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 8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60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016098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03410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 8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2007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016098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6999833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 8">
            <a:extLst>
              <a:ext uri="{FF2B5EF4-FFF2-40B4-BE49-F238E27FC236}">
                <a16:creationId xmlns:a16="http://schemas.microsoft.com/office/drawing/2014/main" id="{A61700F2-6E1C-440F-AE05-AF2896FDB24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5DA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5" name="Imagem 4" descr="Texto&#10;&#10;Descrição gerada automaticamente com confiança baixa">
            <a:extLst>
              <a:ext uri="{FF2B5EF4-FFF2-40B4-BE49-F238E27FC236}">
                <a16:creationId xmlns:a16="http://schemas.microsoft.com/office/drawing/2014/main" id="{E0CE16FF-7A38-43DA-8AEC-53F2B9021A6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9513" y="6012543"/>
            <a:ext cx="3126187" cy="685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667936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5833921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4_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o do Título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Texto do Título</a:t>
            </a:r>
          </a:p>
        </p:txBody>
      </p:sp>
      <p:sp>
        <p:nvSpPr>
          <p:cNvPr id="21" name="Nível de Corpo Um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22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22486266"/>
      </p:ext>
    </p:extLst>
  </p:cSld>
  <p:clrMapOvr>
    <a:masterClrMapping/>
  </p:clrMapOvr>
  <p:transition spd="med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9E56A0-6D37-4213-80A6-D0AE7806C2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7A9ED7D-6718-41DF-9897-05E0C78E36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D41CF25-3910-4AB9-B122-EFE99E23A2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0ED5B-F62E-4F99-A186-9538E28F6A68}" type="datetimeFigureOut">
              <a:rPr lang="pt-BR" smtClean="0"/>
              <a:t>04/08/2026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7340D51-ACE5-4F61-B03F-6EE550EA93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44A2E05-4E62-4BD6-AF29-04E0E7B7C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38C88-14D9-441B-9933-C258E949A15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6291536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D8A07B-4DE1-4950-A473-38B7EDFCD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BD4AD7D-613B-4CF2-B4A5-DD621FED59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FEBEA38-117D-4A7A-9708-6AA9A4DDC8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0ED5B-F62E-4F99-A186-9538E28F6A68}" type="datetimeFigureOut">
              <a:rPr lang="pt-BR" smtClean="0"/>
              <a:t>04/08/2026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332F2CA-C785-49EF-9F18-F98F951A1A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CFC9398-EA53-4195-B03B-2AD8D2A8C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38C88-14D9-441B-9933-C258E949A15D}" type="slidenum">
              <a:rPr lang="pt-BR" smtClean="0"/>
              <a:t>‹nº›</a:t>
            </a:fld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C1539356-7740-4BB8-AF8F-228A43FB9AB0}"/>
              </a:ext>
            </a:extLst>
          </p:cNvPr>
          <p:cNvSpPr/>
          <p:nvPr userDrawn="1"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rgbClr val="2CC5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6E23AEFB-824C-4D68-82E0-0D033A80FF2C}"/>
              </a:ext>
            </a:extLst>
          </p:cNvPr>
          <p:cNvSpPr/>
          <p:nvPr userDrawn="1"/>
        </p:nvSpPr>
        <p:spPr>
          <a:xfrm>
            <a:off x="0" y="6824662"/>
            <a:ext cx="12192000" cy="45719"/>
          </a:xfrm>
          <a:prstGeom prst="rect">
            <a:avLst/>
          </a:prstGeom>
          <a:solidFill>
            <a:srgbClr val="0404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04116709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2C5602-85EF-4885-98D1-7A501D708F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5615E61-A1F2-4D72-A7DE-81B27C29BC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5A7F5BC-2C1A-42C9-8D5D-6144D5E44C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0ED5B-F62E-4F99-A186-9538E28F6A68}" type="datetimeFigureOut">
              <a:rPr lang="pt-BR" smtClean="0"/>
              <a:t>04/08/2026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ECCEB98-55CF-44D2-A20F-5B75C2DE38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617FE46-AEC6-4539-A4E4-B0E8973EF7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38C88-14D9-441B-9933-C258E949A15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2607596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02B1B4-3555-4682-AEC8-A1C16CC76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1579CC7-78D6-49C9-9289-892F23231E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9265032-3000-4FB2-890B-F3E922C7CA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D81F428-EE54-4977-8C29-CFA63A71D6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0ED5B-F62E-4F99-A186-9538E28F6A68}" type="datetimeFigureOut">
              <a:rPr lang="pt-BR" smtClean="0"/>
              <a:t>04/08/2026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EB12E8B-9074-4376-B5F9-73F5567BB8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1DDCB8B-8EAD-48E3-95C4-1D9EE38E1D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38C88-14D9-441B-9933-C258E949A15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184507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F0E558-42B3-4B59-9D84-7B94F1C3D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A548E41-0832-419D-B4BA-926EE9D376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7042C71-C055-4540-ABF2-0992F9DD87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67F5A0BB-D32F-467E-B328-10C7778E82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86F2D166-9CE9-487B-B98C-02C39EDC87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E8C6EC85-0E88-4B20-B5BC-2208807583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0ED5B-F62E-4F99-A186-9538E28F6A68}" type="datetimeFigureOut">
              <a:rPr lang="pt-BR" smtClean="0"/>
              <a:t>04/08/2026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E1B4BC2-292F-4F75-B106-2C27A956C8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328337C1-433E-4A2F-B64A-64EA1DCA6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38C88-14D9-441B-9933-C258E949A15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14568582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DDAD22-F5BB-462C-8522-5212AF9FB1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0A71637A-B3E8-48A3-9431-6DB52E4F8B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0ED5B-F62E-4F99-A186-9538E28F6A68}" type="datetimeFigureOut">
              <a:rPr lang="pt-BR" smtClean="0"/>
              <a:t>04/08/2026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3C124B1F-5924-4552-ACC9-B7FF2302BE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531B8AE-2073-456E-A14C-0E0E73C91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38C88-14D9-441B-9933-C258E949A15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46387611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DCE5B279-48D3-4FAE-83FF-CA23B8773D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0ED5B-F62E-4F99-A186-9538E28F6A68}" type="datetimeFigureOut">
              <a:rPr lang="pt-BR" smtClean="0"/>
              <a:t>04/08/2026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5B83B6B-7BB9-444F-AD70-D1F2F399E0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A155997-DF99-437F-8EF9-421B6874F1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38C88-14D9-441B-9933-C258E949A15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57560333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BA840D-D169-4B51-8218-C95CDBBC4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6BB66F1-82DB-4D9F-9A03-6A62D850E2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ED69FCD-B914-4CB6-BB2E-D159E6EE53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2D4816F-D0A0-4EC0-88C9-7B247B78F2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0ED5B-F62E-4F99-A186-9538E28F6A68}" type="datetimeFigureOut">
              <a:rPr lang="pt-BR" smtClean="0"/>
              <a:t>04/08/2026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3BE8E7F-1E49-4A8C-89E3-137D47B95E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65AAF69-662E-433A-9C6F-3A526FC533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38C88-14D9-441B-9933-C258E949A15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83621339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7FEB04-C753-4478-A129-3083D7D3DC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959A376F-3C2F-4ABA-89E3-ABD292A96D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A3D5461-D2E3-4F44-9E39-F61EA9280D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CC7D566-CCF1-486E-9140-6B17DD9824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0ED5B-F62E-4F99-A186-9538E28F6A68}" type="datetimeFigureOut">
              <a:rPr lang="pt-BR" smtClean="0"/>
              <a:t>04/08/2026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43B95E1-C830-48B9-8963-2659998AEA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6BCC20C-89C8-4899-A348-D11077E50B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38C88-14D9-441B-9933-C258E949A15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91807757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EE7F91-7935-41B2-8EF5-DEDCE939B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88A10D9-E0F2-44B7-B5B5-3CD6B80387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C3B350D-17A1-4760-ABF4-64E24251A7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0ED5B-F62E-4F99-A186-9538E28F6A68}" type="datetimeFigureOut">
              <a:rPr lang="pt-BR" smtClean="0"/>
              <a:t>04/08/2026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2767C2C-1FBB-4B15-BEC9-3B93C80B8E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4DD488E-001F-4341-A82B-523AF95A37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38C88-14D9-441B-9933-C258E949A15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1732145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286B9CF-8233-4C59-AC1B-FBFB70D92D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B34CD55-CB61-4D70-B636-1A1570DC29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693832C-2C98-4719-8624-52F1C9C9E1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0ED5B-F62E-4F99-A186-9538E28F6A68}" type="datetimeFigureOut">
              <a:rPr lang="pt-BR" smtClean="0"/>
              <a:t>04/08/2026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89724BE-CB79-442E-AF28-EE2F2FE8D1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2B2C884-2EC3-40DD-9784-9183B1AA8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38C88-14D9-441B-9933-C258E949A15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202438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7.xml"/><Relationship Id="rId7" Type="http://schemas.openxmlformats.org/officeDocument/2006/relationships/theme" Target="../theme/theme4.xml"/><Relationship Id="rId2" Type="http://schemas.openxmlformats.org/officeDocument/2006/relationships/slideLayout" Target="../slideLayouts/slideLayout36.xml"/><Relationship Id="rId1" Type="http://schemas.openxmlformats.org/officeDocument/2006/relationships/slideLayout" Target="../slideLayouts/slideLayout35.xml"/><Relationship Id="rId6" Type="http://schemas.openxmlformats.org/officeDocument/2006/relationships/slideLayout" Target="../slideLayouts/slideLayout40.xml"/><Relationship Id="rId5" Type="http://schemas.openxmlformats.org/officeDocument/2006/relationships/slideLayout" Target="../slideLayouts/slideLayout39.xml"/><Relationship Id="rId4" Type="http://schemas.openxmlformats.org/officeDocument/2006/relationships/slideLayout" Target="../slideLayouts/slideLayout38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8.xml"/><Relationship Id="rId3" Type="http://schemas.openxmlformats.org/officeDocument/2006/relationships/slideLayout" Target="../slideLayouts/slideLayout43.xml"/><Relationship Id="rId7" Type="http://schemas.openxmlformats.org/officeDocument/2006/relationships/slideLayout" Target="../slideLayouts/slideLayout47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2.xml"/><Relationship Id="rId1" Type="http://schemas.openxmlformats.org/officeDocument/2006/relationships/slideLayout" Target="../slideLayouts/slideLayout41.xml"/><Relationship Id="rId6" Type="http://schemas.openxmlformats.org/officeDocument/2006/relationships/slideLayout" Target="../slideLayouts/slideLayout46.xml"/><Relationship Id="rId11" Type="http://schemas.openxmlformats.org/officeDocument/2006/relationships/slideLayout" Target="../slideLayouts/slideLayout51.xml"/><Relationship Id="rId5" Type="http://schemas.openxmlformats.org/officeDocument/2006/relationships/slideLayout" Target="../slideLayouts/slideLayout45.xml"/><Relationship Id="rId10" Type="http://schemas.openxmlformats.org/officeDocument/2006/relationships/slideLayout" Target="../slideLayouts/slideLayout50.xml"/><Relationship Id="rId4" Type="http://schemas.openxmlformats.org/officeDocument/2006/relationships/slideLayout" Target="../slideLayouts/slideLayout44.xml"/><Relationship Id="rId9" Type="http://schemas.openxmlformats.org/officeDocument/2006/relationships/slideLayout" Target="../slideLayouts/slideLayout4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CC8BBB-F80D-4FB5-ACD5-8C641C8F5B2E}" type="datetimeFigureOut">
              <a:rPr lang="pt-BR" smtClean="0"/>
              <a:pPr/>
              <a:t>04/08/2026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8B582A-FEE7-4D6A-9BC9-392A0975FB1B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055701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91" r:id="rId7"/>
    <p:sldLayoutId id="2147483674" r:id="rId8"/>
    <p:sldLayoutId id="2147483675" r:id="rId9"/>
    <p:sldLayoutId id="2147483676" r:id="rId10"/>
    <p:sldLayoutId id="2147483677" r:id="rId11"/>
    <p:sldLayoutId id="2147483678" r:id="rId12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6185"/>
            <a:ext cx="10515600" cy="13250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6684"/>
            <a:ext cx="10515600" cy="43497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3191DB-E7F9-4D9C-A1F2-2CA2936E5C1F}" type="datetimeFigureOut">
              <a:rPr lang="pt-BR" smtClean="0"/>
              <a:pPr/>
              <a:t>04/08/2026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16F714-D074-481C-977C-30874B1D8F09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233753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0" r:id="rId11"/>
  </p:sldLayoutIdLst>
  <p:transition spd="slow">
    <p:push dir="u"/>
  </p:transition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066800"/>
            <a:ext cx="5486400" cy="30173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45357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</p:sldLayoutIdLst>
  <p:txStyles>
    <p:titleStyle>
      <a:lvl1pPr algn="ctr" defTabSz="609630" rtl="0" eaLnBrk="1" latinLnBrk="0" hangingPunct="1">
        <a:spcBef>
          <a:spcPct val="0"/>
        </a:spcBef>
        <a:buNone/>
        <a:defRPr sz="29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11" indent="-228611" algn="l" defTabSz="609630" rtl="0" eaLnBrk="1" latinLnBrk="0" hangingPunct="1">
        <a:spcBef>
          <a:spcPct val="20000"/>
        </a:spcBef>
        <a:buFont typeface="Arial" pitchFamily="34" charset="0"/>
        <a:buChar char="•"/>
        <a:defRPr sz="2133" kern="1200">
          <a:solidFill>
            <a:schemeClr val="tx1"/>
          </a:solidFill>
          <a:latin typeface="+mn-lt"/>
          <a:ea typeface="+mn-ea"/>
          <a:cs typeface="+mn-cs"/>
        </a:defRPr>
      </a:lvl1pPr>
      <a:lvl2pPr marL="495325" indent="-190510" algn="l" defTabSz="609630" rtl="0" eaLnBrk="1" latinLnBrk="0" hangingPunct="1">
        <a:spcBef>
          <a:spcPct val="20000"/>
        </a:spcBef>
        <a:buFont typeface="Arial" pitchFamily="34" charset="0"/>
        <a:buChar char="–"/>
        <a:defRPr sz="1867" kern="1200">
          <a:solidFill>
            <a:schemeClr val="tx1"/>
          </a:solidFill>
          <a:latin typeface="+mn-lt"/>
          <a:ea typeface="+mn-ea"/>
          <a:cs typeface="+mn-cs"/>
        </a:defRPr>
      </a:lvl2pPr>
      <a:lvl3pPr marL="762038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66853" indent="-152408" algn="l" defTabSz="609630" rtl="0" eaLnBrk="1" latinLnBrk="0" hangingPunct="1">
        <a:spcBef>
          <a:spcPct val="20000"/>
        </a:spcBef>
        <a:buFont typeface="Arial" pitchFamily="34" charset="0"/>
        <a:buChar char="–"/>
        <a:defRPr sz="1333" kern="1200">
          <a:solidFill>
            <a:schemeClr val="tx1"/>
          </a:solidFill>
          <a:latin typeface="+mn-lt"/>
          <a:ea typeface="+mn-ea"/>
          <a:cs typeface="+mn-cs"/>
        </a:defRPr>
      </a:lvl4pPr>
      <a:lvl5pPr marL="1371669" indent="-152408" algn="l" defTabSz="609630" rtl="0" eaLnBrk="1" latinLnBrk="0" hangingPunct="1">
        <a:spcBef>
          <a:spcPct val="20000"/>
        </a:spcBef>
        <a:buFont typeface="Arial" pitchFamily="34" charset="0"/>
        <a:buChar char="»"/>
        <a:defRPr sz="1333" kern="1200">
          <a:solidFill>
            <a:schemeClr val="tx1"/>
          </a:solidFill>
          <a:latin typeface="+mn-lt"/>
          <a:ea typeface="+mn-ea"/>
          <a:cs typeface="+mn-cs"/>
        </a:defRPr>
      </a:lvl5pPr>
      <a:lvl6pPr marL="1676484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6pPr>
      <a:lvl7pPr marL="1981299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7pPr>
      <a:lvl8pPr marL="2286114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8pPr>
      <a:lvl9pPr marL="2590930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304815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60963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4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1926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52407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9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133707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438522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377">
              <a:defRPr/>
            </a:pPr>
            <a:fld id="{133392A4-0B4F-49AE-8D09-18436B8F4D2A}" type="datetimeFigureOut">
              <a:rPr lang="pt-BR" smtClean="0">
                <a:solidFill>
                  <a:prstClr val="black">
                    <a:tint val="75000"/>
                  </a:prstClr>
                </a:solidFill>
              </a:rPr>
              <a:pPr defTabSz="914377">
                <a:defRPr/>
              </a:pPr>
              <a:t>04/08/2026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377">
              <a:defRPr/>
            </a:pPr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377">
              <a:defRPr/>
            </a:pPr>
            <a:fld id="{8A0CC4A9-14CE-4D78-933E-344A801D3FB5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 defTabSz="914377">
                <a:defRPr/>
              </a:pPr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04746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9" r:id="rId1"/>
    <p:sldLayoutId id="2147483730" r:id="rId2"/>
    <p:sldLayoutId id="2147483731" r:id="rId3"/>
    <p:sldLayoutId id="2147483732" r:id="rId4"/>
    <p:sldLayoutId id="2147483733" r:id="rId5"/>
    <p:sldLayoutId id="2147483734" r:id="rId6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4E2A44DD-3F7F-4A00-BC25-FCFA16A669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EEE930F-E508-491C-9FD0-3E58114600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7FA67C5-C5E2-45B1-8C37-E7F3434005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E0ED5B-F62E-4F99-A186-9538E28F6A68}" type="datetimeFigureOut">
              <a:rPr lang="pt-BR" smtClean="0"/>
              <a:t>04/08/2026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5BC7E9F-09DA-4FC1-B237-2C0FEB263D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CFD4F88-DFF6-4431-8279-C9FBB34FDA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C38C88-14D9-441B-9933-C258E949A15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914525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37" r:id="rId2"/>
    <p:sldLayoutId id="2147483738" r:id="rId3"/>
    <p:sldLayoutId id="2147483739" r:id="rId4"/>
    <p:sldLayoutId id="2147483740" r:id="rId5"/>
    <p:sldLayoutId id="2147483741" r:id="rId6"/>
    <p:sldLayoutId id="2147483742" r:id="rId7"/>
    <p:sldLayoutId id="2147483743" r:id="rId8"/>
    <p:sldLayoutId id="2147483744" r:id="rId9"/>
    <p:sldLayoutId id="2147483745" r:id="rId10"/>
    <p:sldLayoutId id="214748374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0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7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hyperlink" Target="mailto:clebervinicius.eng@gmail.com" TargetMode="External"/><Relationship Id="rId4" Type="http://schemas.openxmlformats.org/officeDocument/2006/relationships/hyperlink" Target="mailto:cleber.vinicius@fieb.org.br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30.xml"/><Relationship Id="rId1" Type="http://schemas.openxmlformats.org/officeDocument/2006/relationships/themeOverride" Target="../theme/themeOverrid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jpeg"/><Relationship Id="rId3" Type="http://schemas.openxmlformats.org/officeDocument/2006/relationships/image" Target="../media/image12.png"/><Relationship Id="rId7" Type="http://schemas.openxmlformats.org/officeDocument/2006/relationships/image" Target="../media/image15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14.png"/><Relationship Id="rId10" Type="http://schemas.openxmlformats.org/officeDocument/2006/relationships/image" Target="../media/image18.jpeg"/><Relationship Id="rId4" Type="http://schemas.openxmlformats.org/officeDocument/2006/relationships/image" Target="../media/image13.png"/><Relationship Id="rId9" Type="http://schemas.openxmlformats.org/officeDocument/2006/relationships/image" Target="../media/image17.jpe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19.jpeg"/><Relationship Id="rId7" Type="http://schemas.openxmlformats.org/officeDocument/2006/relationships/image" Target="../media/image2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jpe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24.png"/><Relationship Id="rId7" Type="http://schemas.openxmlformats.org/officeDocument/2006/relationships/image" Target="../media/image28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g"/><Relationship Id="rId7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30.xml"/><Relationship Id="rId1" Type="http://schemas.openxmlformats.org/officeDocument/2006/relationships/themeOverride" Target="../theme/themeOverride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40.png"/><Relationship Id="rId7" Type="http://schemas.openxmlformats.org/officeDocument/2006/relationships/image" Target="../media/image6.png"/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30.xml"/><Relationship Id="rId6" Type="http://schemas.openxmlformats.org/officeDocument/2006/relationships/image" Target="../media/image43.png"/><Relationship Id="rId5" Type="http://schemas.openxmlformats.org/officeDocument/2006/relationships/image" Target="../media/image42.jpeg"/><Relationship Id="rId4" Type="http://schemas.openxmlformats.org/officeDocument/2006/relationships/image" Target="../media/image41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45.jpeg"/><Relationship Id="rId7" Type="http://schemas.openxmlformats.org/officeDocument/2006/relationships/image" Target="../media/image49.jpeg"/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30.xml"/><Relationship Id="rId6" Type="http://schemas.openxmlformats.org/officeDocument/2006/relationships/image" Target="../media/image48.jpeg"/><Relationship Id="rId5" Type="http://schemas.openxmlformats.org/officeDocument/2006/relationships/image" Target="../media/image47.png"/><Relationship Id="rId4" Type="http://schemas.openxmlformats.org/officeDocument/2006/relationships/image" Target="../media/image46.jpeg"/><Relationship Id="rId9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30.xml"/><Relationship Id="rId1" Type="http://schemas.openxmlformats.org/officeDocument/2006/relationships/themeOverride" Target="../theme/themeOverride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nalog.com/en/design-center/design-tools-and-calculators/ltspice-simulator.html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hyperlink" Target="https://www.youtube.com/watch?v=qkHkxBZ69Dk" TargetMode="External"/><Relationship Id="rId4" Type="http://schemas.openxmlformats.org/officeDocument/2006/relationships/hyperlink" Target="https://portal.vidadesilicio.com.br/ltspice-primeiros-passos/" TargetMode="Externa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7" Type="http://schemas.openxmlformats.org/officeDocument/2006/relationships/image" Target="../media/image2.PNG"/><Relationship Id="rId2" Type="http://schemas.openxmlformats.org/officeDocument/2006/relationships/image" Target="../media/image50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3.png"/><Relationship Id="rId4" Type="http://schemas.openxmlformats.org/officeDocument/2006/relationships/image" Target="../media/image52.gi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7" Type="http://schemas.openxmlformats.org/officeDocument/2006/relationships/image" Target="../media/image2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30.xml"/><Relationship Id="rId1" Type="http://schemas.openxmlformats.org/officeDocument/2006/relationships/themeOverride" Target="../theme/themeOverride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30.xml"/><Relationship Id="rId1" Type="http://schemas.openxmlformats.org/officeDocument/2006/relationships/themeOverride" Target="../theme/themeOverride5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0.png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30.xml"/><Relationship Id="rId1" Type="http://schemas.openxmlformats.org/officeDocument/2006/relationships/themeOverride" Target="../theme/themeOverride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svg"/><Relationship Id="rId2" Type="http://schemas.openxmlformats.org/officeDocument/2006/relationships/image" Target="../media/image6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3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30.xml"/><Relationship Id="rId1" Type="http://schemas.openxmlformats.org/officeDocument/2006/relationships/themeOverride" Target="../theme/themeOverride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30.xml"/><Relationship Id="rId1" Type="http://schemas.openxmlformats.org/officeDocument/2006/relationships/themeOverride" Target="../theme/themeOverride8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jpeg"/><Relationship Id="rId2" Type="http://schemas.openxmlformats.org/officeDocument/2006/relationships/image" Target="../media/image64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jpeg"/><Relationship Id="rId2" Type="http://schemas.openxmlformats.org/officeDocument/2006/relationships/image" Target="../media/image66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71.jpe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30.xml"/><Relationship Id="rId1" Type="http://schemas.openxmlformats.org/officeDocument/2006/relationships/themeOverride" Target="../theme/themeOverride9.xml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png"/><Relationship Id="rId3" Type="http://schemas.openxmlformats.org/officeDocument/2006/relationships/image" Target="../media/image72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3.svg"/><Relationship Id="rId5" Type="http://schemas.openxmlformats.org/officeDocument/2006/relationships/hyperlink" Target="https://biblioteca.fieb.org.br/" TargetMode="External"/><Relationship Id="rId4" Type="http://schemas.microsoft.com/office/2007/relationships/hdphoto" Target="../media/hdphoto1.wdp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30.xml"/><Relationship Id="rId1" Type="http://schemas.openxmlformats.org/officeDocument/2006/relationships/themeOverride" Target="../theme/themeOverride10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30.xml"/><Relationship Id="rId1" Type="http://schemas.openxmlformats.org/officeDocument/2006/relationships/themeOverride" Target="../theme/themeOverride11.xml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png"/><Relationship Id="rId3" Type="http://schemas.microsoft.com/office/2007/relationships/hdphoto" Target="../media/hdphoto2.wdp"/><Relationship Id="rId7" Type="http://schemas.microsoft.com/office/2007/relationships/hdphoto" Target="../media/hdphoto4.wdp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7.png"/><Relationship Id="rId5" Type="http://schemas.microsoft.com/office/2007/relationships/hdphoto" Target="../media/hdphoto3.wdp"/><Relationship Id="rId10" Type="http://schemas.openxmlformats.org/officeDocument/2006/relationships/image" Target="../media/image2.PNG"/><Relationship Id="rId4" Type="http://schemas.openxmlformats.org/officeDocument/2006/relationships/image" Target="../media/image76.png"/><Relationship Id="rId9" Type="http://schemas.microsoft.com/office/2007/relationships/hdphoto" Target="../media/hdphoto5.wdp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42.xml"/><Relationship Id="rId4" Type="http://schemas.openxmlformats.org/officeDocument/2006/relationships/image" Target="../media/image2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83.png"/><Relationship Id="rId2" Type="http://schemas.openxmlformats.org/officeDocument/2006/relationships/image" Target="../media/image81.jpeg"/><Relationship Id="rId1" Type="http://schemas.openxmlformats.org/officeDocument/2006/relationships/slideLayout" Target="../slideLayouts/slideLayout7.xml"/><Relationship Id="rId6" Type="http://schemas.openxmlformats.org/officeDocument/2006/relationships/hyperlink" Target="http://bit.ly/monitoriaCIMATEC" TargetMode="External"/><Relationship Id="rId5" Type="http://schemas.microsoft.com/office/2007/relationships/hdphoto" Target="../media/hdphoto6.wdp"/><Relationship Id="rId4" Type="http://schemas.openxmlformats.org/officeDocument/2006/relationships/image" Target="../media/image82.png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.png"/><Relationship Id="rId3" Type="http://schemas.openxmlformats.org/officeDocument/2006/relationships/hyperlink" Target="http://bit.ly/canvasdiscente" TargetMode="External"/><Relationship Id="rId7" Type="http://schemas.openxmlformats.org/officeDocument/2006/relationships/image" Target="../media/image2.PNG"/><Relationship Id="rId2" Type="http://schemas.openxmlformats.org/officeDocument/2006/relationships/hyperlink" Target="http://bit.ly/grdCIMATEC" TargetMode="Externa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5.png"/><Relationship Id="rId5" Type="http://schemas.microsoft.com/office/2007/relationships/hdphoto" Target="../media/hdphoto7.wdp"/><Relationship Id="rId4" Type="http://schemas.openxmlformats.org/officeDocument/2006/relationships/image" Target="../media/image84.png"/><Relationship Id="rId9" Type="http://schemas.openxmlformats.org/officeDocument/2006/relationships/image" Target="../media/image87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naaeCIMATEC" TargetMode="External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47.xml"/><Relationship Id="rId5" Type="http://schemas.openxmlformats.org/officeDocument/2006/relationships/image" Target="../media/image2.PNG"/><Relationship Id="rId4" Type="http://schemas.openxmlformats.org/officeDocument/2006/relationships/image" Target="../media/image89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30.xml"/><Relationship Id="rId1" Type="http://schemas.openxmlformats.org/officeDocument/2006/relationships/themeOverride" Target="../theme/themeOverride1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30.xml"/><Relationship Id="rId1" Type="http://schemas.openxmlformats.org/officeDocument/2006/relationships/themeOverride" Target="../theme/themeOverride13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30.xml"/><Relationship Id="rId1" Type="http://schemas.openxmlformats.org/officeDocument/2006/relationships/themeOverride" Target="../theme/themeOverride14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30.xml"/><Relationship Id="rId1" Type="http://schemas.openxmlformats.org/officeDocument/2006/relationships/themeOverride" Target="../theme/themeOverr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DED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801CAE-51EC-BB6F-6386-A630BDF931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orma Livre: Forma 22">
            <a:extLst>
              <a:ext uri="{FF2B5EF4-FFF2-40B4-BE49-F238E27FC236}">
                <a16:creationId xmlns:a16="http://schemas.microsoft.com/office/drawing/2014/main" id="{2E4BE0DD-2B87-3F69-A025-490389ECE5B1}"/>
              </a:ext>
            </a:extLst>
          </p:cNvPr>
          <p:cNvSpPr/>
          <p:nvPr/>
        </p:nvSpPr>
        <p:spPr>
          <a:xfrm>
            <a:off x="511729" y="361977"/>
            <a:ext cx="4990784" cy="2058967"/>
          </a:xfrm>
          <a:prstGeom prst="rect">
            <a:avLst/>
          </a:prstGeom>
          <a:solidFill>
            <a:srgbClr val="702B1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447675" algn="l" defTabSz="6096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6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Arial" panose="020B0604020202020204" pitchFamily="34" charset="0"/>
                <a:sym typeface="Arial"/>
              </a:rPr>
              <a:t>Sejam</a:t>
            </a:r>
          </a:p>
          <a:p>
            <a:pPr marL="0" marR="0" lvl="0" indent="447675" algn="l" defTabSz="6096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6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Arial" panose="020B0604020202020204" pitchFamily="34" charset="0"/>
                <a:sym typeface="Arial"/>
              </a:rPr>
              <a:t>bem-vindos!</a:t>
            </a:r>
          </a:p>
        </p:txBody>
      </p:sp>
      <p:sp>
        <p:nvSpPr>
          <p:cNvPr id="13" name="Subtítulo 2">
            <a:extLst>
              <a:ext uri="{FF2B5EF4-FFF2-40B4-BE49-F238E27FC236}">
                <a16:creationId xmlns:a16="http://schemas.microsoft.com/office/drawing/2014/main" id="{182912D4-D804-18BD-9D6D-A5EE14247224}"/>
              </a:ext>
            </a:extLst>
          </p:cNvPr>
          <p:cNvSpPr txBox="1">
            <a:spLocks/>
          </p:cNvSpPr>
          <p:nvPr/>
        </p:nvSpPr>
        <p:spPr>
          <a:xfrm>
            <a:off x="2316868" y="2974427"/>
            <a:ext cx="7558263" cy="1973622"/>
          </a:xfrm>
          <a:prstGeom prst="rect">
            <a:avLst/>
          </a:prstGeom>
        </p:spPr>
        <p:txBody>
          <a:bodyPr>
            <a:normAutofit fontScale="85000" lnSpcReduction="200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3600" kern="1200">
                <a:solidFill>
                  <a:srgbClr val="9DC3E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09615" rtl="0" eaLnBrk="1" fontAlgn="auto" latinLnBrk="0" hangingPunct="1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BR" sz="3900" b="1" i="0" u="none" strike="noStrike" kern="1200" cap="none" spc="0" normalizeH="0" baseline="0" noProof="0" dirty="0">
                <a:ln>
                  <a:noFill/>
                </a:ln>
                <a:solidFill>
                  <a:srgbClr val="702B17"/>
                </a:solidFill>
                <a:effectLst/>
                <a:uLnTx/>
                <a:uFillTx/>
                <a:latin typeface="Calibri"/>
                <a:cs typeface="Arial"/>
                <a:sym typeface="Arial"/>
              </a:rPr>
              <a:t>Laboratório de Eletrônica Analógica</a:t>
            </a:r>
          </a:p>
          <a:p>
            <a:pPr marL="0" marR="0" lvl="0" indent="0" algn="ctr" defTabSz="609615" rtl="0" eaLnBrk="1" fontAlgn="auto" latinLnBrk="0" hangingPunct="1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BR" sz="2900" b="0" i="0" u="none" strike="noStrike" kern="1200" cap="none" spc="0" normalizeH="0" baseline="0" noProof="0" dirty="0">
                <a:ln>
                  <a:noFill/>
                </a:ln>
                <a:solidFill>
                  <a:srgbClr val="702B17"/>
                </a:solidFill>
                <a:effectLst/>
                <a:uLnTx/>
                <a:uFillTx/>
                <a:latin typeface="Calibri"/>
                <a:cs typeface="Arial"/>
                <a:sym typeface="Arial"/>
              </a:rPr>
              <a:t>Semestre 2026.2</a:t>
            </a:r>
          </a:p>
          <a:p>
            <a:pPr marL="0" marR="0" lvl="0" indent="0" algn="ctr" defTabSz="609615" rtl="0" eaLnBrk="1" fontAlgn="auto" latinLnBrk="0" hangingPunct="1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pt-BR" sz="3600" b="0" i="0" u="none" strike="noStrike" kern="1200" cap="none" spc="0" normalizeH="0" baseline="0" noProof="0" dirty="0">
              <a:ln>
                <a:noFill/>
              </a:ln>
              <a:solidFill>
                <a:srgbClr val="702B17"/>
              </a:solidFill>
              <a:effectLst/>
              <a:uLnTx/>
              <a:uFillTx/>
              <a:latin typeface="Calibri"/>
              <a:cs typeface="Arial"/>
              <a:sym typeface="Arial"/>
            </a:endParaRPr>
          </a:p>
          <a:p>
            <a:pPr marL="0" marR="0" lvl="0" indent="0" algn="ctr" defTabSz="609615" rtl="0" eaLnBrk="1" fontAlgn="auto" latinLnBrk="0" hangingPunct="1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BR" sz="2800" b="0" i="0" u="none" strike="noStrike" kern="1200" cap="none" spc="0" normalizeH="0" baseline="0" noProof="0" dirty="0">
                <a:ln>
                  <a:noFill/>
                </a:ln>
                <a:solidFill>
                  <a:srgbClr val="702B17"/>
                </a:solidFill>
                <a:effectLst/>
                <a:uLnTx/>
                <a:uFillTx/>
                <a:latin typeface="Calibri"/>
                <a:cs typeface="Arial"/>
                <a:sym typeface="Arial"/>
              </a:rPr>
              <a:t>Prof. Cleber Vinícius R. Almeida</a:t>
            </a:r>
          </a:p>
          <a:p>
            <a:pPr marL="0" marR="0" lvl="0" indent="0" algn="ctr" defTabSz="609615" rtl="0" eaLnBrk="1" fontAlgn="auto" latinLnBrk="0" hangingPunct="1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BR" sz="1700" b="0" i="0" u="none" strike="noStrike" kern="1200" cap="none" spc="0" normalizeH="0" baseline="0" noProof="0" dirty="0">
                <a:ln>
                  <a:noFill/>
                </a:ln>
                <a:solidFill>
                  <a:srgbClr val="702B17"/>
                </a:solidFill>
                <a:effectLst/>
                <a:uLnTx/>
                <a:uFillTx/>
                <a:latin typeface="Calibri"/>
                <a:cs typeface="Arial"/>
                <a:sym typeface="Arial"/>
              </a:rPr>
              <a:t>Área de Sistemas Embarcados</a:t>
            </a:r>
          </a:p>
          <a:p>
            <a:pPr marL="0" marR="0" lvl="0" indent="0" algn="ctr" defTabSz="609615" rtl="0" eaLnBrk="1" fontAlgn="auto" latinLnBrk="0" hangingPunct="1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pt-BR" sz="2800" b="0" i="0" u="none" strike="noStrike" kern="1200" cap="none" spc="0" normalizeH="0" baseline="0" noProof="0" dirty="0">
              <a:ln>
                <a:noFill/>
              </a:ln>
              <a:solidFill>
                <a:srgbClr val="702B17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grpSp>
        <p:nvGrpSpPr>
          <p:cNvPr id="6" name="Agrupar 5">
            <a:extLst>
              <a:ext uri="{FF2B5EF4-FFF2-40B4-BE49-F238E27FC236}">
                <a16:creationId xmlns:a16="http://schemas.microsoft.com/office/drawing/2014/main" id="{C64EC207-C7E7-B0C3-5337-AA36DCB25837}"/>
              </a:ext>
            </a:extLst>
          </p:cNvPr>
          <p:cNvGrpSpPr/>
          <p:nvPr/>
        </p:nvGrpSpPr>
        <p:grpSpPr>
          <a:xfrm>
            <a:off x="9634756" y="5502759"/>
            <a:ext cx="2042719" cy="1039235"/>
            <a:chOff x="2298584" y="5213339"/>
            <a:chExt cx="2042719" cy="1039235"/>
          </a:xfrm>
        </p:grpSpPr>
        <p:sp>
          <p:nvSpPr>
            <p:cNvPr id="8" name="Forma Livre: Forma 22">
              <a:extLst>
                <a:ext uri="{FF2B5EF4-FFF2-40B4-BE49-F238E27FC236}">
                  <a16:creationId xmlns:a16="http://schemas.microsoft.com/office/drawing/2014/main" id="{A94A9E9C-2FF2-847C-46EE-16384B696C36}"/>
                </a:ext>
              </a:extLst>
            </p:cNvPr>
            <p:cNvSpPr/>
            <p:nvPr/>
          </p:nvSpPr>
          <p:spPr>
            <a:xfrm>
              <a:off x="2298584" y="5213339"/>
              <a:ext cx="2042719" cy="10392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pic>
          <p:nvPicPr>
            <p:cNvPr id="9" name="Imagem 8">
              <a:extLst>
                <a:ext uri="{FF2B5EF4-FFF2-40B4-BE49-F238E27FC236}">
                  <a16:creationId xmlns:a16="http://schemas.microsoft.com/office/drawing/2014/main" id="{B193CAD9-9951-B7AC-88EB-5A4009400C6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541141" y="5384972"/>
              <a:ext cx="1581371" cy="695967"/>
            </a:xfrm>
            <a:prstGeom prst="rect">
              <a:avLst/>
            </a:prstGeom>
          </p:spPr>
        </p:pic>
      </p:grpSp>
      <p:sp>
        <p:nvSpPr>
          <p:cNvPr id="3" name="Subtítulo 2">
            <a:extLst>
              <a:ext uri="{FF2B5EF4-FFF2-40B4-BE49-F238E27FC236}">
                <a16:creationId xmlns:a16="http://schemas.microsoft.com/office/drawing/2014/main" id="{99F498BA-B19F-49F5-F6F9-0528B1279871}"/>
              </a:ext>
            </a:extLst>
          </p:cNvPr>
          <p:cNvSpPr txBox="1">
            <a:spLocks/>
          </p:cNvSpPr>
          <p:nvPr/>
        </p:nvSpPr>
        <p:spPr>
          <a:xfrm>
            <a:off x="0" y="5277426"/>
            <a:ext cx="12192000" cy="582554"/>
          </a:xfrm>
          <a:prstGeom prst="rect">
            <a:avLst/>
          </a:prstGeom>
        </p:spPr>
        <p:txBody>
          <a:bodyPr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3600" kern="1200">
                <a:solidFill>
                  <a:srgbClr val="9DC3E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BR" sz="2400" b="1" i="1" u="none" strike="noStrike" kern="1200" cap="none" spc="0" normalizeH="0" baseline="0" noProof="0" dirty="0">
                <a:ln>
                  <a:noFill/>
                </a:ln>
                <a:solidFill>
                  <a:srgbClr val="702B17"/>
                </a:solidFill>
                <a:effectLst/>
                <a:uLnTx/>
                <a:uFillTx/>
                <a:latin typeface="Calibri"/>
                <a:cs typeface="Arial"/>
                <a:sym typeface="Arial"/>
              </a:rPr>
              <a:t>Curso de Engenharia Elétrica</a:t>
            </a:r>
          </a:p>
        </p:txBody>
      </p:sp>
    </p:spTree>
    <p:extLst>
      <p:ext uri="{BB962C8B-B14F-4D97-AF65-F5344CB8AC3E}">
        <p14:creationId xmlns:p14="http://schemas.microsoft.com/office/powerpoint/2010/main" val="15940314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aixaDeTexto 12">
            <a:extLst>
              <a:ext uri="{FF2B5EF4-FFF2-40B4-BE49-F238E27FC236}">
                <a16:creationId xmlns:a16="http://schemas.microsoft.com/office/drawing/2014/main" id="{8FC62BF1-5241-4440-BF2D-96E4110EE825}"/>
              </a:ext>
            </a:extLst>
          </p:cNvPr>
          <p:cNvSpPr txBox="1"/>
          <p:nvPr/>
        </p:nvSpPr>
        <p:spPr>
          <a:xfrm>
            <a:off x="0" y="1865100"/>
            <a:ext cx="12192000" cy="9130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pt-BR" sz="5333" b="0" i="0" u="none" strike="noStrike" kern="0" cap="none" spc="0" normalizeH="0" baseline="0" noProof="0" dirty="0">
                <a:ln>
                  <a:noFill/>
                </a:ln>
                <a:solidFill>
                  <a:srgbClr val="015DA8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 panose="02020603050405020304" pitchFamily="18" charset="0"/>
                <a:sym typeface="Arial"/>
              </a:rPr>
              <a:t>Cleber Vinícius Ribeiro de Almeida 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654B3B03-2815-4C8F-89E0-485E2F845789}"/>
              </a:ext>
            </a:extLst>
          </p:cNvPr>
          <p:cNvSpPr txBox="1"/>
          <p:nvPr/>
        </p:nvSpPr>
        <p:spPr>
          <a:xfrm>
            <a:off x="3668651" y="4166388"/>
            <a:ext cx="53767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pt-BR" sz="2400" b="0" i="0" u="none" strike="noStrike" kern="0" cap="none" spc="0" normalizeH="0" baseline="0" noProof="0" dirty="0">
                <a:ln>
                  <a:noFill/>
                </a:ln>
                <a:solidFill>
                  <a:srgbClr val="838283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cleber.almeida@doc.senaicimatec.edu.br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C3E4A822-6FE5-401F-B938-E640FD47C5F0}"/>
              </a:ext>
            </a:extLst>
          </p:cNvPr>
          <p:cNvSpPr txBox="1"/>
          <p:nvPr/>
        </p:nvSpPr>
        <p:spPr>
          <a:xfrm>
            <a:off x="2151662" y="2762815"/>
            <a:ext cx="7888699" cy="5027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pt-BR" sz="2667" b="0" i="0" u="none" strike="noStrike" kern="0" cap="none" spc="0" normalizeH="0" baseline="0" noProof="0" dirty="0">
                <a:ln>
                  <a:noFill/>
                </a:ln>
                <a:solidFill>
                  <a:srgbClr val="838283"/>
                </a:solidFill>
                <a:effectLst/>
                <a:uLnTx/>
                <a:uFillTx/>
                <a:latin typeface="Calibri" panose="020F0502020204030204"/>
                <a:ea typeface="+mn-ea"/>
                <a:cs typeface="Arial"/>
                <a:sym typeface="Arial"/>
              </a:rPr>
              <a:t>Mestre em Engenharia Elétrica (Eletrônica) – </a:t>
            </a:r>
            <a:r>
              <a:rPr kumimoji="0" lang="pt-BR" sz="2667" b="0" i="0" u="none" strike="noStrike" kern="0" cap="none" spc="0" normalizeH="0" baseline="0" noProof="0" dirty="0" err="1">
                <a:ln>
                  <a:noFill/>
                </a:ln>
                <a:solidFill>
                  <a:srgbClr val="838283"/>
                </a:solidFill>
                <a:effectLst/>
                <a:uLnTx/>
                <a:uFillTx/>
                <a:latin typeface="Calibri" panose="020F0502020204030204"/>
                <a:ea typeface="+mn-ea"/>
                <a:cs typeface="Arial"/>
                <a:sym typeface="Arial"/>
              </a:rPr>
              <a:t>M.Sc</a:t>
            </a:r>
            <a:r>
              <a:rPr kumimoji="0" lang="pt-BR" sz="2667" b="0" i="0" u="none" strike="noStrike" kern="0" cap="none" spc="0" normalizeH="0" baseline="0" noProof="0" dirty="0">
                <a:ln>
                  <a:noFill/>
                </a:ln>
                <a:solidFill>
                  <a:srgbClr val="838283"/>
                </a:solidFill>
                <a:effectLst/>
                <a:uLnTx/>
                <a:uFillTx/>
                <a:latin typeface="Calibri" panose="020F0502020204030204"/>
                <a:ea typeface="+mn-ea"/>
                <a:cs typeface="Arial"/>
                <a:sym typeface="Arial"/>
              </a:rPr>
              <a:t>. Eng.</a:t>
            </a:r>
          </a:p>
        </p:txBody>
      </p:sp>
      <p:pic>
        <p:nvPicPr>
          <p:cNvPr id="4" name="Imagem 3" descr="Ícone&#10;&#10;Descrição gerada automaticamente">
            <a:extLst>
              <a:ext uri="{FF2B5EF4-FFF2-40B4-BE49-F238E27FC236}">
                <a16:creationId xmlns:a16="http://schemas.microsoft.com/office/drawing/2014/main" id="{974D6945-89E9-4C4C-90EB-8BCCF9C6E65C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3895" y="3940716"/>
            <a:ext cx="913007" cy="913007"/>
          </a:xfrm>
          <a:prstGeom prst="rect">
            <a:avLst/>
          </a:prstGeom>
        </p:spPr>
      </p:pic>
      <p:grpSp>
        <p:nvGrpSpPr>
          <p:cNvPr id="2" name="Agrupar 1">
            <a:extLst>
              <a:ext uri="{FF2B5EF4-FFF2-40B4-BE49-F238E27FC236}">
                <a16:creationId xmlns:a16="http://schemas.microsoft.com/office/drawing/2014/main" id="{E7A68D41-6FF1-AA37-6BFD-82C867B3B0F0}"/>
              </a:ext>
            </a:extLst>
          </p:cNvPr>
          <p:cNvGrpSpPr/>
          <p:nvPr/>
        </p:nvGrpSpPr>
        <p:grpSpPr>
          <a:xfrm>
            <a:off x="10065736" y="5709387"/>
            <a:ext cx="2042719" cy="1039235"/>
            <a:chOff x="2298584" y="5213339"/>
            <a:chExt cx="2042719" cy="1039235"/>
          </a:xfrm>
        </p:grpSpPr>
        <p:sp>
          <p:nvSpPr>
            <p:cNvPr id="3" name="Forma Livre: Forma 22">
              <a:extLst>
                <a:ext uri="{FF2B5EF4-FFF2-40B4-BE49-F238E27FC236}">
                  <a16:creationId xmlns:a16="http://schemas.microsoft.com/office/drawing/2014/main" id="{EC31CF77-58CB-6C61-CCB9-29C96FBFBB7B}"/>
                </a:ext>
              </a:extLst>
            </p:cNvPr>
            <p:cNvSpPr/>
            <p:nvPr/>
          </p:nvSpPr>
          <p:spPr>
            <a:xfrm>
              <a:off x="2298584" y="5213339"/>
              <a:ext cx="2042719" cy="10392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pic>
          <p:nvPicPr>
            <p:cNvPr id="5" name="Imagem 4">
              <a:extLst>
                <a:ext uri="{FF2B5EF4-FFF2-40B4-BE49-F238E27FC236}">
                  <a16:creationId xmlns:a16="http://schemas.microsoft.com/office/drawing/2014/main" id="{239C54BA-D7C7-6460-BB8B-57C306A5133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541141" y="5384972"/>
              <a:ext cx="1581371" cy="69596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36469596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0A0033-1DC9-6A2F-D2E4-BB60DCE440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08422A0E-491A-A1BD-77A7-1D80703B8836}"/>
              </a:ext>
            </a:extLst>
          </p:cNvPr>
          <p:cNvSpPr/>
          <p:nvPr/>
        </p:nvSpPr>
        <p:spPr>
          <a:xfrm>
            <a:off x="1866694" y="0"/>
            <a:ext cx="8963866" cy="6667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733" b="0" i="0" u="none" strike="noStrike" kern="1200" cap="none" spc="300" normalizeH="0" baseline="0" noProof="0" dirty="0">
                <a:ln>
                  <a:noFill/>
                </a:ln>
                <a:solidFill>
                  <a:srgbClr val="005EA9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  <a:sym typeface="Arial"/>
              </a:rPr>
              <a:t>Um pouco sobre mim...</a:t>
            </a:r>
          </a:p>
        </p:txBody>
      </p:sp>
      <p:grpSp>
        <p:nvGrpSpPr>
          <p:cNvPr id="8" name="Agrupar 7">
            <a:extLst>
              <a:ext uri="{FF2B5EF4-FFF2-40B4-BE49-F238E27FC236}">
                <a16:creationId xmlns:a16="http://schemas.microsoft.com/office/drawing/2014/main" id="{C611DF4D-0243-7C5C-1AA3-2668189A60E3}"/>
              </a:ext>
            </a:extLst>
          </p:cNvPr>
          <p:cNvGrpSpPr/>
          <p:nvPr/>
        </p:nvGrpSpPr>
        <p:grpSpPr>
          <a:xfrm>
            <a:off x="155555" y="932"/>
            <a:ext cx="12036435" cy="6765668"/>
            <a:chOff x="155555" y="932"/>
            <a:chExt cx="12036435" cy="6765668"/>
          </a:xfrm>
        </p:grpSpPr>
        <p:sp>
          <p:nvSpPr>
            <p:cNvPr id="4" name="CaixaDeTexto 3">
              <a:extLst>
                <a:ext uri="{FF2B5EF4-FFF2-40B4-BE49-F238E27FC236}">
                  <a16:creationId xmlns:a16="http://schemas.microsoft.com/office/drawing/2014/main" id="{B2F4FB9A-AE3D-EA65-64EE-58FDEC54E4EB}"/>
                </a:ext>
              </a:extLst>
            </p:cNvPr>
            <p:cNvSpPr txBox="1"/>
            <p:nvPr/>
          </p:nvSpPr>
          <p:spPr>
            <a:xfrm>
              <a:off x="639559" y="6257941"/>
              <a:ext cx="549541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r>
                <a:rPr kumimoji="0" lang="pt-BR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838283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cleber.almeida@doc.senaicimatec.edu.br/</a:t>
              </a:r>
            </a:p>
          </p:txBody>
        </p:sp>
        <p:pic>
          <p:nvPicPr>
            <p:cNvPr id="12" name="Imagem 11" descr="Ícone&#10;&#10;Descrição gerada automaticamente">
              <a:extLst>
                <a:ext uri="{FF2B5EF4-FFF2-40B4-BE49-F238E27FC236}">
                  <a16:creationId xmlns:a16="http://schemas.microsoft.com/office/drawing/2014/main" id="{E51F2B15-FCAC-D112-9083-1AC6EA6C7EF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5555" y="6296895"/>
              <a:ext cx="469705" cy="469705"/>
            </a:xfrm>
            <a:prstGeom prst="rect">
              <a:avLst/>
            </a:prstGeom>
          </p:spPr>
        </p:pic>
        <p:sp>
          <p:nvSpPr>
            <p:cNvPr id="13" name="Text Box 20">
              <a:extLst>
                <a:ext uri="{FF2B5EF4-FFF2-40B4-BE49-F238E27FC236}">
                  <a16:creationId xmlns:a16="http://schemas.microsoft.com/office/drawing/2014/main" id="{9DAD6453-ADD2-991A-69C7-326E7DA42BE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25605" y="2643737"/>
              <a:ext cx="2482850" cy="276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8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>
                  <a:solidFill>
                    <a:srgbClr val="000000"/>
                  </a:solidFill>
                  <a:latin typeface="Arial" panose="020B0604020202020204" pitchFamily="34" charset="0"/>
                  <a:cs typeface="Droid Sans Fallback" charset="0"/>
                </a:defRPr>
              </a:lvl1pPr>
              <a:lvl2pPr>
                <a:spcBef>
                  <a:spcPts val="7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800">
                  <a:solidFill>
                    <a:srgbClr val="000000"/>
                  </a:solidFill>
                  <a:latin typeface="Arial" panose="020B0604020202020204" pitchFamily="34" charset="0"/>
                  <a:cs typeface="Droid Sans Fallback" charset="0"/>
                </a:defRPr>
              </a:lvl2pPr>
              <a:lvl3pPr>
                <a:spcBef>
                  <a:spcPts val="6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Arial" panose="020B0604020202020204" pitchFamily="34" charset="0"/>
                  <a:cs typeface="Droid Sans Fallback" charset="0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Droid Sans Fallback" charset="0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Droid Sans Fallback" charset="0"/>
                </a:defRPr>
              </a:lvl5pPr>
              <a:lvl6pPr marL="2514600" indent="-228600" defTabSz="457200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Droid Sans Fallback" charset="0"/>
                </a:defRPr>
              </a:lvl6pPr>
              <a:lvl7pPr marL="2971800" indent="-228600" defTabSz="457200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Droid Sans Fallback" charset="0"/>
                </a:defRPr>
              </a:lvl7pPr>
              <a:lvl8pPr marL="3429000" indent="-228600" defTabSz="457200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Droid Sans Fallback" charset="0"/>
                </a:defRPr>
              </a:lvl8pPr>
              <a:lvl9pPr marL="3886200" indent="-228600" defTabSz="457200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Droid Sans Fallback" charset="0"/>
                </a:defRPr>
              </a:lvl9pPr>
            </a:lstStyle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altLang="sv-SE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Verdana" panose="020B0604030504040204" pitchFamily="34" charset="0"/>
                  <a:ea typeface="+mn-ea"/>
                  <a:cs typeface="Arial" panose="020B0604020202020204" pitchFamily="34" charset="0"/>
                </a:rPr>
                <a:t>Cleber Almeida – </a:t>
              </a:r>
              <a:r>
                <a:rPr kumimoji="0" lang="pt-BR" altLang="sv-SE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Verdana" panose="020B0604030504040204" pitchFamily="34" charset="0"/>
                  <a:ea typeface="+mn-ea"/>
                  <a:cs typeface="Arial" panose="020B0604020202020204" pitchFamily="34" charset="0"/>
                </a:rPr>
                <a:t>M.Sc</a:t>
              </a:r>
              <a:r>
                <a:rPr kumimoji="0" lang="pt-BR" altLang="sv-SE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Verdana" panose="020B0604030504040204" pitchFamily="34" charset="0"/>
                  <a:ea typeface="+mn-ea"/>
                  <a:cs typeface="Arial" panose="020B0604020202020204" pitchFamily="34" charset="0"/>
                </a:rPr>
                <a:t>. Eng.</a:t>
              </a:r>
            </a:p>
          </p:txBody>
        </p:sp>
        <p:pic>
          <p:nvPicPr>
            <p:cNvPr id="14" name="Imagem 2">
              <a:extLst>
                <a:ext uri="{FF2B5EF4-FFF2-40B4-BE49-F238E27FC236}">
                  <a16:creationId xmlns:a16="http://schemas.microsoft.com/office/drawing/2014/main" id="{7C0AB4E2-CA6E-882D-F521-B5C4D3BBDD0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36115" y="932"/>
              <a:ext cx="2555875" cy="2555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5" name="Rectangle 8">
              <a:extLst>
                <a:ext uri="{FF2B5EF4-FFF2-40B4-BE49-F238E27FC236}">
                  <a16:creationId xmlns:a16="http://schemas.microsoft.com/office/drawing/2014/main" id="{9FD24B24-7F64-69C0-A747-B6D571D0F3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22069" y="3004099"/>
              <a:ext cx="2351461" cy="23034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360363" indent="-360363" defTabSz="542925">
                <a:spcBef>
                  <a:spcPts val="8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>
                  <a:solidFill>
                    <a:srgbClr val="000000"/>
                  </a:solidFill>
                  <a:latin typeface="Arial" panose="020B0604020202020204" pitchFamily="34" charset="0"/>
                  <a:cs typeface="Droid Sans Fallback" charset="0"/>
                </a:defRPr>
              </a:lvl1pPr>
              <a:lvl2pPr defTabSz="542925">
                <a:spcBef>
                  <a:spcPts val="7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800">
                  <a:solidFill>
                    <a:srgbClr val="000000"/>
                  </a:solidFill>
                  <a:latin typeface="Arial" panose="020B0604020202020204" pitchFamily="34" charset="0"/>
                  <a:cs typeface="Droid Sans Fallback" charset="0"/>
                </a:defRPr>
              </a:lvl2pPr>
              <a:lvl3pPr defTabSz="542925">
                <a:spcBef>
                  <a:spcPts val="6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Arial" panose="020B0604020202020204" pitchFamily="34" charset="0"/>
                  <a:cs typeface="Droid Sans Fallback" charset="0"/>
                </a:defRPr>
              </a:lvl3pPr>
              <a:lvl4pPr defTabSz="542925"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Droid Sans Fallback" charset="0"/>
                </a:defRPr>
              </a:lvl4pPr>
              <a:lvl5pPr defTabSz="542925"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Droid Sans Fallback" charset="0"/>
                </a:defRPr>
              </a:lvl5pPr>
              <a:lvl6pPr marL="2514600" indent="-228600" defTabSz="542925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Droid Sans Fallback" charset="0"/>
                </a:defRPr>
              </a:lvl6pPr>
              <a:lvl7pPr marL="2971800" indent="-228600" defTabSz="542925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Droid Sans Fallback" charset="0"/>
                </a:defRPr>
              </a:lvl7pPr>
              <a:lvl8pPr marL="3429000" indent="-228600" defTabSz="542925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Droid Sans Fallback" charset="0"/>
                </a:defRPr>
              </a:lvl8pPr>
              <a:lvl9pPr marL="3886200" indent="-228600" defTabSz="542925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Droid Sans Fallback" charset="0"/>
                </a:defRPr>
              </a:lvl9pPr>
            </a:lstStyle>
            <a:p>
              <a:pPr marL="360363" marR="0" lvl="0" indent="-360363" algn="ctr" defTabSz="542925" rtl="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ct val="50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altLang="sv-SE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Verdana" panose="020B0604030504040204" pitchFamily="34" charset="0"/>
                  <a:ea typeface="+mn-ea"/>
                  <a:cs typeface="Arial" panose="020B0604020202020204" pitchFamily="34" charset="0"/>
                </a:rPr>
                <a:t>Contatos:</a:t>
              </a:r>
            </a:p>
            <a:p>
              <a:pPr marL="179388" marR="0" lvl="0" indent="-179388" algn="l" defTabSz="542925" rtl="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ct val="50000"/>
                </a:spcAft>
                <a:buClrTx/>
                <a:buSzTx/>
                <a:buFontTx/>
                <a:buChar char="•"/>
                <a:tabLst/>
                <a:defRPr/>
              </a:pPr>
              <a:r>
                <a:rPr kumimoji="0" lang="pt-BR" altLang="sv-SE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Verdana" panose="020B0604030504040204" pitchFamily="34" charset="0"/>
                  <a:ea typeface="+mn-ea"/>
                  <a:cs typeface="Arial" panose="020B0604020202020204" pitchFamily="34" charset="0"/>
                </a:rPr>
                <a:t>Telefone: </a:t>
              </a:r>
              <a:r>
                <a:rPr kumimoji="0" lang="pt-BR" altLang="sv-SE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66FF"/>
                  </a:solidFill>
                  <a:effectLst/>
                  <a:uLnTx/>
                  <a:uFillTx/>
                  <a:latin typeface="Verdana" panose="020B0604030504040204" pitchFamily="34" charset="0"/>
                  <a:ea typeface="+mn-ea"/>
                  <a:cs typeface="Arial" panose="020B0604020202020204" pitchFamily="34" charset="0"/>
                </a:rPr>
                <a:t>(71) 3462-8449</a:t>
              </a:r>
              <a:r>
                <a:rPr kumimoji="0" lang="pt-BR" altLang="sv-SE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Verdana" panose="020B0604030504040204" pitchFamily="34" charset="0"/>
                  <a:ea typeface="+mn-ea"/>
                  <a:cs typeface="Arial" panose="020B0604020202020204" pitchFamily="34" charset="0"/>
                </a:rPr>
                <a:t> – Laboratório de Microeletrônica – MEE (Área de Eletrônica Embarcada), SENAI CIMATEC</a:t>
              </a:r>
            </a:p>
            <a:p>
              <a:pPr marL="179388" marR="0" lvl="0" indent="-179388" algn="l" defTabSz="542925" rtl="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ct val="50000"/>
                </a:spcAft>
                <a:buClrTx/>
                <a:buSzTx/>
                <a:buFontTx/>
                <a:buChar char="•"/>
                <a:tabLst/>
                <a:defRPr/>
              </a:pPr>
              <a:r>
                <a:rPr kumimoji="0" lang="pt-BR" altLang="sv-SE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Verdana" panose="020B0604030504040204" pitchFamily="34" charset="0"/>
                  <a:ea typeface="+mn-ea"/>
                  <a:cs typeface="Arial" panose="020B0604020202020204" pitchFamily="34" charset="0"/>
                </a:rPr>
                <a:t>Celular: </a:t>
              </a:r>
              <a:r>
                <a:rPr kumimoji="0" lang="pt-BR" altLang="sv-SE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66FF"/>
                  </a:solidFill>
                  <a:effectLst/>
                  <a:uLnTx/>
                  <a:uFillTx/>
                  <a:latin typeface="Verdana" panose="020B0604030504040204" pitchFamily="34" charset="0"/>
                  <a:ea typeface="+mn-ea"/>
                  <a:cs typeface="Arial" panose="020B0604020202020204" pitchFamily="34" charset="0"/>
                </a:rPr>
                <a:t>(71) 99938-8271 – VIVO (WhatsApp)</a:t>
              </a:r>
              <a:endParaRPr kumimoji="0" lang="pt-BR" altLang="sv-SE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Arial" panose="020B0604020202020204" pitchFamily="34" charset="0"/>
              </a:endParaRPr>
            </a:p>
            <a:p>
              <a:pPr marL="179388" marR="0" lvl="0" indent="-179388" algn="l" defTabSz="542925" rtl="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ct val="50000"/>
                </a:spcAft>
                <a:buClrTx/>
                <a:buSzTx/>
                <a:buFontTx/>
                <a:buChar char="•"/>
                <a:tabLst/>
                <a:defRPr/>
              </a:pPr>
              <a:r>
                <a:rPr kumimoji="0" lang="pt-BR" altLang="sv-SE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Verdana" panose="020B0604030504040204" pitchFamily="34" charset="0"/>
                  <a:ea typeface="+mn-ea"/>
                  <a:cs typeface="Arial" panose="020B0604020202020204" pitchFamily="34" charset="0"/>
                </a:rPr>
                <a:t>Outros e-mails: </a:t>
              </a:r>
              <a:r>
                <a:rPr kumimoji="0" lang="pt-BR" altLang="sv-SE" sz="1000" b="0" i="0" u="sng" strike="noStrike" kern="1200" cap="none" spc="0" normalizeH="0" baseline="0" noProof="0" dirty="0">
                  <a:ln>
                    <a:noFill/>
                  </a:ln>
                  <a:solidFill>
                    <a:srgbClr val="0066FF"/>
                  </a:solidFill>
                  <a:effectLst/>
                  <a:uLnTx/>
                  <a:uFillTx/>
                  <a:latin typeface="Verdana" panose="020B0604030504040204" pitchFamily="34" charset="0"/>
                  <a:ea typeface="+mn-ea"/>
                  <a:cs typeface="Arial" panose="020B0604020202020204" pitchFamily="34" charset="0"/>
                  <a:hlinkClick r:id="rId4"/>
                </a:rPr>
                <a:t>cleber.vinicius@fieb.org.br</a:t>
              </a:r>
              <a:r>
                <a:rPr kumimoji="0" lang="pt-BR" altLang="sv-SE" sz="1000" b="0" i="0" u="sng" strike="noStrike" kern="1200" cap="none" spc="0" normalizeH="0" baseline="0" noProof="0" dirty="0">
                  <a:ln>
                    <a:noFill/>
                  </a:ln>
                  <a:solidFill>
                    <a:srgbClr val="0066FF"/>
                  </a:solidFill>
                  <a:effectLst/>
                  <a:uLnTx/>
                  <a:uFillTx/>
                  <a:latin typeface="Verdana" panose="020B0604030504040204" pitchFamily="34" charset="0"/>
                  <a:ea typeface="+mn-ea"/>
                  <a:cs typeface="Arial" panose="020B0604020202020204" pitchFamily="34" charset="0"/>
                </a:rPr>
                <a:t> / </a:t>
              </a:r>
              <a:r>
                <a:rPr kumimoji="0" lang="pt-BR" altLang="sv-SE" sz="1000" b="0" i="0" u="sng" strike="noStrike" kern="1200" cap="none" spc="0" normalizeH="0" baseline="0" noProof="0" dirty="0">
                  <a:ln>
                    <a:noFill/>
                  </a:ln>
                  <a:solidFill>
                    <a:srgbClr val="0066FF"/>
                  </a:solidFill>
                  <a:effectLst/>
                  <a:uLnTx/>
                  <a:uFillTx/>
                  <a:latin typeface="Verdana" panose="020B0604030504040204" pitchFamily="34" charset="0"/>
                  <a:ea typeface="+mn-ea"/>
                  <a:cs typeface="Arial" panose="020B0604020202020204" pitchFamily="34" charset="0"/>
                  <a:hlinkClick r:id="rId5"/>
                </a:rPr>
                <a:t>clebervinicius.eng@gmail.com</a:t>
              </a:r>
              <a:r>
                <a:rPr kumimoji="0" lang="pt-BR" altLang="sv-SE" sz="1000" b="0" i="0" u="sng" strike="noStrike" kern="1200" cap="none" spc="0" normalizeH="0" baseline="0" noProof="0" dirty="0">
                  <a:ln>
                    <a:noFill/>
                  </a:ln>
                  <a:solidFill>
                    <a:srgbClr val="0066FF"/>
                  </a:solidFill>
                  <a:effectLst/>
                  <a:uLnTx/>
                  <a:uFillTx/>
                  <a:latin typeface="Verdana" panose="020B0604030504040204" pitchFamily="34" charset="0"/>
                  <a:ea typeface="+mn-ea"/>
                  <a:cs typeface="Arial" panose="020B0604020202020204" pitchFamily="34" charset="0"/>
                </a:rPr>
                <a:t> / cleberalmeida@hotmail.com</a:t>
              </a:r>
              <a:endParaRPr kumimoji="0" lang="pt-BR" altLang="sv-SE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DF8371D9-B0A7-B2CD-197B-EE2A34C63D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36214" y="655724"/>
              <a:ext cx="7585040" cy="56094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542925" indent="-261938" defTabSz="803275">
                <a:spcBef>
                  <a:spcPts val="8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>
                  <a:solidFill>
                    <a:srgbClr val="000000"/>
                  </a:solidFill>
                  <a:latin typeface="Arial" panose="020B0604020202020204" pitchFamily="34" charset="0"/>
                  <a:cs typeface="Droid Sans Fallback" charset="0"/>
                </a:defRPr>
              </a:lvl1pPr>
              <a:lvl2pPr defTabSz="803275">
                <a:spcBef>
                  <a:spcPts val="7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800">
                  <a:solidFill>
                    <a:srgbClr val="000000"/>
                  </a:solidFill>
                  <a:latin typeface="Arial" panose="020B0604020202020204" pitchFamily="34" charset="0"/>
                  <a:cs typeface="Droid Sans Fallback" charset="0"/>
                </a:defRPr>
              </a:lvl2pPr>
              <a:lvl3pPr defTabSz="803275">
                <a:spcBef>
                  <a:spcPts val="6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Arial" panose="020B0604020202020204" pitchFamily="34" charset="0"/>
                  <a:cs typeface="Droid Sans Fallback" charset="0"/>
                </a:defRPr>
              </a:lvl3pPr>
              <a:lvl4pPr defTabSz="803275"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Droid Sans Fallback" charset="0"/>
                </a:defRPr>
              </a:lvl4pPr>
              <a:lvl5pPr defTabSz="803275"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Droid Sans Fallback" charset="0"/>
                </a:defRPr>
              </a:lvl5pPr>
              <a:lvl6pPr marL="2514600" indent="-228600" defTabSz="803275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Droid Sans Fallback" charset="0"/>
                </a:defRPr>
              </a:lvl6pPr>
              <a:lvl7pPr marL="2971800" indent="-228600" defTabSz="803275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Droid Sans Fallback" charset="0"/>
                </a:defRPr>
              </a:lvl7pPr>
              <a:lvl8pPr marL="3429000" indent="-228600" defTabSz="803275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Droid Sans Fallback" charset="0"/>
                </a:defRPr>
              </a:lvl8pPr>
              <a:lvl9pPr marL="3886200" indent="-228600" defTabSz="803275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Droid Sans Fallback" charset="0"/>
                </a:defRPr>
              </a:lvl9pPr>
            </a:lstStyle>
            <a:p>
              <a:pPr marL="296862" marR="0" lvl="0" indent="-285750" algn="just" defTabSz="803275" rtl="0" eaLnBrk="1" fontAlgn="auto" latinLnBrk="0" hangingPunct="1">
                <a:lnSpc>
                  <a:spcPct val="80000"/>
                </a:lnSpc>
                <a:spcBef>
                  <a:spcPct val="20000"/>
                </a:spcBef>
                <a:spcAft>
                  <a:spcPct val="50000"/>
                </a:spcAft>
                <a:buClrTx/>
                <a:buSzTx/>
                <a:buFont typeface="Wingdings" panose="05000000000000000000" pitchFamily="2" charset="2"/>
                <a:buChar char="ü"/>
                <a:tabLst/>
                <a:defRPr/>
              </a:pPr>
              <a:r>
                <a:rPr kumimoji="0" lang="pt-BR" altLang="sv-SE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 panose="020B0604020202020204" pitchFamily="34" charset="0"/>
                </a:rPr>
                <a:t>Brasileiro, nascido na cidade de Salvador, Bahia, em 1978;</a:t>
              </a:r>
            </a:p>
            <a:p>
              <a:pPr marL="296862" marR="0" lvl="0" indent="-285750" algn="just" defTabSz="803275" rtl="0" eaLnBrk="1" fontAlgn="auto" latinLnBrk="0" hangingPunct="1">
                <a:lnSpc>
                  <a:spcPct val="80000"/>
                </a:lnSpc>
                <a:spcBef>
                  <a:spcPct val="20000"/>
                </a:spcBef>
                <a:spcAft>
                  <a:spcPct val="50000"/>
                </a:spcAft>
                <a:buClrTx/>
                <a:buSzTx/>
                <a:buFont typeface="Wingdings" panose="05000000000000000000" pitchFamily="2" charset="2"/>
                <a:buChar char="ü"/>
                <a:tabLst/>
                <a:defRPr/>
              </a:pPr>
              <a:r>
                <a:rPr kumimoji="0" lang="pt-BR" altLang="sv-SE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66FF"/>
                  </a:solidFill>
                  <a:effectLst/>
                  <a:uLnTx/>
                  <a:uFillTx/>
                  <a:latin typeface="Calibri"/>
                  <a:ea typeface="+mn-ea"/>
                  <a:cs typeface="Arial" panose="020B0604020202020204" pitchFamily="34" charset="0"/>
                </a:rPr>
                <a:t>Técnico em Eletrônica</a:t>
              </a:r>
              <a:r>
                <a:rPr kumimoji="0" lang="pt-BR" altLang="sv-SE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 panose="020B0604020202020204" pitchFamily="34" charset="0"/>
                </a:rPr>
                <a:t> formado pelo Centro Federal de Educação Tecnológica da Bahia – CEFET (1997);</a:t>
              </a:r>
            </a:p>
            <a:p>
              <a:pPr marL="296862" marR="0" lvl="0" indent="-285750" algn="just" defTabSz="803275" rtl="0" eaLnBrk="1" fontAlgn="auto" latinLnBrk="0" hangingPunct="1">
                <a:lnSpc>
                  <a:spcPct val="80000"/>
                </a:lnSpc>
                <a:spcBef>
                  <a:spcPct val="20000"/>
                </a:spcBef>
                <a:spcAft>
                  <a:spcPct val="50000"/>
                </a:spcAft>
                <a:buClrTx/>
                <a:buSzTx/>
                <a:buFont typeface="Wingdings" panose="05000000000000000000" pitchFamily="2" charset="2"/>
                <a:buChar char="ü"/>
                <a:tabLst/>
                <a:defRPr/>
              </a:pPr>
              <a:r>
                <a:rPr kumimoji="0" lang="pt-BR" altLang="sv-SE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 panose="020B0604020202020204" pitchFamily="34" charset="0"/>
                </a:rPr>
                <a:t>Graduou-se em </a:t>
              </a:r>
              <a:r>
                <a:rPr kumimoji="0" lang="pt-BR" altLang="sv-SE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66FF"/>
                  </a:solidFill>
                  <a:effectLst/>
                  <a:uLnTx/>
                  <a:uFillTx/>
                  <a:latin typeface="Calibri"/>
                  <a:ea typeface="+mn-ea"/>
                  <a:cs typeface="Arial" panose="020B0604020202020204" pitchFamily="34" charset="0"/>
                </a:rPr>
                <a:t>Engenharia Elétrica (Eletrônica)</a:t>
              </a:r>
              <a:r>
                <a:rPr kumimoji="0" lang="pt-BR" altLang="sv-SE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 panose="020B0604020202020204" pitchFamily="34" charset="0"/>
                </a:rPr>
                <a:t>, pela Universidade Federal da Bahia – UFBA (2004);</a:t>
              </a:r>
            </a:p>
            <a:p>
              <a:pPr marL="296862" marR="0" lvl="0" indent="-285750" algn="just" defTabSz="803275" rtl="0" eaLnBrk="1" fontAlgn="auto" latinLnBrk="0" hangingPunct="1">
                <a:lnSpc>
                  <a:spcPct val="80000"/>
                </a:lnSpc>
                <a:spcBef>
                  <a:spcPct val="20000"/>
                </a:spcBef>
                <a:spcAft>
                  <a:spcPct val="50000"/>
                </a:spcAft>
                <a:buClrTx/>
                <a:buSzTx/>
                <a:buFont typeface="Wingdings" panose="05000000000000000000" pitchFamily="2" charset="2"/>
                <a:buChar char="ü"/>
                <a:tabLst/>
                <a:defRPr/>
              </a:pPr>
              <a:r>
                <a:rPr kumimoji="0" lang="pt-BR" altLang="sv-SE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66FF"/>
                  </a:solidFill>
                  <a:effectLst/>
                  <a:uLnTx/>
                  <a:uFillTx/>
                  <a:latin typeface="Calibri"/>
                  <a:ea typeface="+mn-ea"/>
                  <a:cs typeface="Arial" panose="020B0604020202020204" pitchFamily="34" charset="0"/>
                </a:rPr>
                <a:t>Mestre em Engenharia Elétrica</a:t>
              </a:r>
              <a:r>
                <a:rPr kumimoji="0" lang="pt-BR" altLang="sv-SE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 panose="020B0604020202020204" pitchFamily="34" charset="0"/>
                </a:rPr>
                <a:t> (Eletrônica) pela UFBA (2007);</a:t>
              </a:r>
            </a:p>
            <a:p>
              <a:pPr marL="296862" marR="0" lvl="0" indent="-285750" algn="just" defTabSz="803275" rtl="0" eaLnBrk="1" fontAlgn="auto" latinLnBrk="0" hangingPunct="1">
                <a:lnSpc>
                  <a:spcPct val="80000"/>
                </a:lnSpc>
                <a:spcBef>
                  <a:spcPct val="20000"/>
                </a:spcBef>
                <a:spcAft>
                  <a:spcPct val="50000"/>
                </a:spcAft>
                <a:buClrTx/>
                <a:buSzTx/>
                <a:buFont typeface="Wingdings" panose="05000000000000000000" pitchFamily="2" charset="2"/>
                <a:buChar char="ü"/>
                <a:tabLst/>
                <a:defRPr/>
              </a:pPr>
              <a:r>
                <a:rPr kumimoji="0" lang="pt-BR" altLang="sv-SE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66FF"/>
                  </a:solidFill>
                  <a:effectLst/>
                  <a:uLnTx/>
                  <a:uFillTx/>
                  <a:latin typeface="Calibri"/>
                  <a:ea typeface="+mn-ea"/>
                  <a:cs typeface="Arial" panose="020B0604020202020204" pitchFamily="34" charset="0"/>
                </a:rPr>
                <a:t>Especialista </a:t>
              </a:r>
              <a:r>
                <a:rPr kumimoji="0" lang="pt-BR" altLang="sv-SE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 panose="020B0604020202020204" pitchFamily="34" charset="0"/>
                </a:rPr>
                <a:t>com “MBA Executivo em Gestão de Projetos” pela Faculdade de Tecnologia SENAI CIMATEC (2009);</a:t>
              </a:r>
            </a:p>
            <a:p>
              <a:pPr marL="296862" marR="0" lvl="0" indent="-285750" algn="just" defTabSz="803275" rtl="0" eaLnBrk="1" fontAlgn="auto" latinLnBrk="0" hangingPunct="1">
                <a:lnSpc>
                  <a:spcPct val="80000"/>
                </a:lnSpc>
                <a:spcBef>
                  <a:spcPct val="20000"/>
                </a:spcBef>
                <a:spcAft>
                  <a:spcPct val="50000"/>
                </a:spcAft>
                <a:buClrTx/>
                <a:buSzTx/>
                <a:buFont typeface="Wingdings" panose="05000000000000000000" pitchFamily="2" charset="2"/>
                <a:buChar char="ü"/>
                <a:tabLst/>
                <a:defRPr/>
              </a:pPr>
              <a:r>
                <a:rPr kumimoji="0" lang="pt-BR" altLang="sv-SE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66FF"/>
                  </a:solidFill>
                  <a:effectLst/>
                  <a:uLnTx/>
                  <a:uFillTx/>
                  <a:latin typeface="Calibri"/>
                  <a:ea typeface="+mn-ea"/>
                  <a:cs typeface="Arial" panose="020B0604020202020204" pitchFamily="34" charset="0"/>
                </a:rPr>
                <a:t>Doutorando </a:t>
              </a:r>
              <a:r>
                <a:rPr kumimoji="0" lang="pt-BR" altLang="sv-SE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 panose="020B0604020202020204" pitchFamily="34" charset="0"/>
                </a:rPr>
                <a:t>do Programa de Pós-graduação em Eng. Elétrica da UFBA (PPGEE-EP-UFBA)</a:t>
              </a:r>
            </a:p>
            <a:p>
              <a:pPr marL="296862" marR="0" lvl="0" indent="-285750" algn="just" defTabSz="803275" rtl="0" eaLnBrk="1" fontAlgn="auto" latinLnBrk="0" hangingPunct="1">
                <a:lnSpc>
                  <a:spcPct val="80000"/>
                </a:lnSpc>
                <a:spcBef>
                  <a:spcPct val="20000"/>
                </a:spcBef>
                <a:spcAft>
                  <a:spcPct val="50000"/>
                </a:spcAft>
                <a:buClrTx/>
                <a:buSzTx/>
                <a:buFont typeface="Wingdings" panose="05000000000000000000" pitchFamily="2" charset="2"/>
                <a:buChar char="ü"/>
                <a:tabLst/>
                <a:defRPr/>
              </a:pPr>
              <a:r>
                <a:rPr kumimoji="0" lang="pt-BR" altLang="sv-SE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66FF"/>
                  </a:solidFill>
                  <a:effectLst/>
                  <a:uLnTx/>
                  <a:uFillTx/>
                  <a:latin typeface="Calibri"/>
                  <a:ea typeface="+mn-ea"/>
                  <a:cs typeface="Arial" panose="020B0604020202020204" pitchFamily="34" charset="0"/>
                </a:rPr>
                <a:t>Participou</a:t>
              </a:r>
              <a:r>
                <a:rPr kumimoji="0" lang="pt-BR" altLang="sv-SE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 panose="020B0604020202020204" pitchFamily="34" charset="0"/>
                </a:rPr>
                <a:t>, durante 02 anos, de </a:t>
              </a:r>
              <a:r>
                <a:rPr kumimoji="0" lang="pt-BR" altLang="sv-SE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66FF"/>
                  </a:solidFill>
                  <a:effectLst/>
                  <a:uLnTx/>
                  <a:uFillTx/>
                  <a:latin typeface="Calibri"/>
                  <a:ea typeface="+mn-ea"/>
                  <a:cs typeface="Arial" panose="020B0604020202020204" pitchFamily="34" charset="0"/>
                </a:rPr>
                <a:t>vários projetos de pesquisa</a:t>
              </a:r>
              <a:r>
                <a:rPr kumimoji="0" lang="pt-BR" altLang="sv-SE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 panose="020B0604020202020204" pitchFamily="34" charset="0"/>
                </a:rPr>
                <a:t> no Laboratório de Processamento de Sinais (LPS), do Departamento de Engenharia Elétrica da UFBA;</a:t>
              </a:r>
            </a:p>
            <a:p>
              <a:pPr marL="296862" marR="0" lvl="0" indent="-285750" algn="just" defTabSz="803275" rtl="0" eaLnBrk="1" fontAlgn="auto" latinLnBrk="0" hangingPunct="1">
                <a:lnSpc>
                  <a:spcPct val="80000"/>
                </a:lnSpc>
                <a:spcBef>
                  <a:spcPct val="20000"/>
                </a:spcBef>
                <a:spcAft>
                  <a:spcPct val="50000"/>
                </a:spcAft>
                <a:buClrTx/>
                <a:buSzTx/>
                <a:buFont typeface="Wingdings" panose="05000000000000000000" pitchFamily="2" charset="2"/>
                <a:buChar char="ü"/>
                <a:tabLst/>
                <a:defRPr/>
              </a:pPr>
              <a:r>
                <a:rPr kumimoji="0" lang="pt-BR" altLang="sv-SE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66FF"/>
                  </a:solidFill>
                  <a:effectLst/>
                  <a:uLnTx/>
                  <a:uFillTx/>
                  <a:latin typeface="Calibri"/>
                  <a:ea typeface="+mn-ea"/>
                  <a:cs typeface="Arial" panose="020B0604020202020204" pitchFamily="34" charset="0"/>
                </a:rPr>
                <a:t>Trabalhou</a:t>
              </a:r>
              <a:r>
                <a:rPr kumimoji="0" lang="pt-BR" altLang="sv-SE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 panose="020B0604020202020204" pitchFamily="34" charset="0"/>
                </a:rPr>
                <a:t> durante 03 anos na </a:t>
              </a:r>
              <a:r>
                <a:rPr kumimoji="0" lang="pt-BR" altLang="sv-SE" sz="14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 panose="020B0604020202020204" pitchFamily="34" charset="0"/>
                </a:rPr>
                <a:t>Enautec</a:t>
              </a:r>
              <a:r>
                <a:rPr kumimoji="0" lang="pt-BR" altLang="sv-SE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 panose="020B0604020202020204" pitchFamily="34" charset="0"/>
                </a:rPr>
                <a:t> Sistemas Eletrônicos Ltda., no </a:t>
              </a:r>
              <a:r>
                <a:rPr kumimoji="0" lang="pt-BR" altLang="sv-SE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66FF"/>
                  </a:solidFill>
                  <a:effectLst/>
                  <a:uLnTx/>
                  <a:uFillTx/>
                  <a:latin typeface="Calibri"/>
                  <a:ea typeface="+mn-ea"/>
                  <a:cs typeface="Arial" panose="020B0604020202020204" pitchFamily="34" charset="0"/>
                </a:rPr>
                <a:t>desenvolvimento </a:t>
              </a:r>
              <a:r>
                <a:rPr kumimoji="0" lang="pt-BR" altLang="sv-SE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 panose="020B0604020202020204" pitchFamily="34" charset="0"/>
                </a:rPr>
                <a:t>de </a:t>
              </a:r>
              <a:r>
                <a:rPr kumimoji="0" lang="pt-BR" altLang="sv-SE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66FF"/>
                  </a:solidFill>
                  <a:effectLst/>
                  <a:uLnTx/>
                  <a:uFillTx/>
                  <a:latin typeface="Calibri"/>
                  <a:ea typeface="+mn-ea"/>
                  <a:cs typeface="Arial" panose="020B0604020202020204" pitchFamily="34" charset="0"/>
                </a:rPr>
                <a:t>Produtos Eletrônicos</a:t>
              </a:r>
              <a:r>
                <a:rPr kumimoji="0" lang="pt-BR" altLang="sv-SE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 panose="020B0604020202020204" pitchFamily="34" charset="0"/>
                </a:rPr>
                <a:t> e </a:t>
              </a:r>
              <a:r>
                <a:rPr kumimoji="0" lang="pt-BR" altLang="sv-SE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66FF"/>
                  </a:solidFill>
                  <a:effectLst/>
                  <a:uLnTx/>
                  <a:uFillTx/>
                  <a:latin typeface="Calibri"/>
                  <a:ea typeface="+mn-ea"/>
                  <a:cs typeface="Arial" panose="020B0604020202020204" pitchFamily="34" charset="0"/>
                </a:rPr>
                <a:t>Sistemas Inteligentes </a:t>
              </a:r>
              <a:r>
                <a:rPr kumimoji="0" lang="pt-BR" altLang="sv-SE" sz="14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66FF"/>
                  </a:solidFill>
                  <a:effectLst/>
                  <a:uLnTx/>
                  <a:uFillTx/>
                  <a:latin typeface="Calibri"/>
                  <a:ea typeface="+mn-ea"/>
                  <a:cs typeface="Arial" panose="020B0604020202020204" pitchFamily="34" charset="0"/>
                </a:rPr>
                <a:t>microcontrolados</a:t>
              </a:r>
              <a:r>
                <a:rPr kumimoji="0" lang="pt-BR" altLang="sv-SE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 panose="020B0604020202020204" pitchFamily="34" charset="0"/>
                </a:rPr>
                <a:t> de </a:t>
              </a:r>
              <a:r>
                <a:rPr kumimoji="0" lang="pt-BR" altLang="sv-SE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66FF"/>
                  </a:solidFill>
                  <a:effectLst/>
                  <a:uLnTx/>
                  <a:uFillTx/>
                  <a:latin typeface="Calibri"/>
                  <a:ea typeface="+mn-ea"/>
                  <a:cs typeface="Arial" panose="020B0604020202020204" pitchFamily="34" charset="0"/>
                </a:rPr>
                <a:t>alto valor agregado</a:t>
              </a:r>
              <a:r>
                <a:rPr kumimoji="0" lang="pt-BR" altLang="sv-SE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 panose="020B0604020202020204" pitchFamily="34" charset="0"/>
                </a:rPr>
                <a:t>;</a:t>
              </a:r>
            </a:p>
            <a:p>
              <a:pPr marL="296862" marR="0" lvl="0" indent="-285750" algn="just" defTabSz="803275" rtl="0" eaLnBrk="1" fontAlgn="auto" latinLnBrk="0" hangingPunct="1">
                <a:lnSpc>
                  <a:spcPct val="80000"/>
                </a:lnSpc>
                <a:spcBef>
                  <a:spcPct val="20000"/>
                </a:spcBef>
                <a:spcAft>
                  <a:spcPct val="50000"/>
                </a:spcAft>
                <a:buClrTx/>
                <a:buSzTx/>
                <a:buFont typeface="Wingdings" panose="05000000000000000000" pitchFamily="2" charset="2"/>
                <a:buChar char="ü"/>
                <a:tabLst/>
                <a:defRPr/>
              </a:pPr>
              <a:r>
                <a:rPr kumimoji="0" lang="pt-BR" altLang="sv-SE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 panose="020B0604020202020204" pitchFamily="34" charset="0"/>
                </a:rPr>
                <a:t>A maior parte dos seus </a:t>
              </a:r>
              <a:r>
                <a:rPr kumimoji="0" lang="pt-BR" altLang="sv-SE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66FF"/>
                  </a:solidFill>
                  <a:effectLst/>
                  <a:uLnTx/>
                  <a:uFillTx/>
                  <a:latin typeface="Calibri"/>
                  <a:ea typeface="+mn-ea"/>
                  <a:cs typeface="Arial" panose="020B0604020202020204" pitchFamily="34" charset="0"/>
                </a:rPr>
                <a:t>trabalhos</a:t>
              </a:r>
              <a:r>
                <a:rPr kumimoji="0" lang="pt-BR" altLang="sv-SE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 panose="020B0604020202020204" pitchFamily="34" charset="0"/>
                </a:rPr>
                <a:t> concentram-se, há 16 anos, em sistemas de aquisição de dados, no </a:t>
              </a:r>
              <a:r>
                <a:rPr kumimoji="0" lang="pt-BR" altLang="sv-SE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66FF"/>
                  </a:solidFill>
                  <a:effectLst/>
                  <a:uLnTx/>
                  <a:uFillTx/>
                  <a:latin typeface="Calibri"/>
                  <a:ea typeface="+mn-ea"/>
                  <a:cs typeface="Arial" panose="020B0604020202020204" pitchFamily="34" charset="0"/>
                </a:rPr>
                <a:t>processamento digital de sinais</a:t>
              </a:r>
              <a:r>
                <a:rPr kumimoji="0" lang="pt-BR" altLang="sv-SE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 panose="020B0604020202020204" pitchFamily="34" charset="0"/>
                </a:rPr>
                <a:t> e no </a:t>
              </a:r>
              <a:r>
                <a:rPr kumimoji="0" lang="pt-BR" altLang="sv-SE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66FF"/>
                  </a:solidFill>
                  <a:effectLst/>
                  <a:uLnTx/>
                  <a:uFillTx/>
                  <a:latin typeface="Calibri"/>
                  <a:ea typeface="+mn-ea"/>
                  <a:cs typeface="Arial" panose="020B0604020202020204" pitchFamily="34" charset="0"/>
                </a:rPr>
                <a:t>desenvolvimento de produtos eletrônicos e Sistemas Dedicados</a:t>
              </a:r>
              <a:r>
                <a:rPr kumimoji="0" lang="pt-BR" altLang="sv-SE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 panose="020B0604020202020204" pitchFamily="34" charset="0"/>
                </a:rPr>
                <a:t> baseados em microprocessadores e </a:t>
              </a:r>
              <a:r>
                <a:rPr kumimoji="0" lang="pt-BR" altLang="sv-SE" sz="14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 panose="020B0604020202020204" pitchFamily="34" charset="0"/>
                </a:rPr>
                <a:t>microcontroladores</a:t>
              </a:r>
              <a:r>
                <a:rPr kumimoji="0" lang="pt-BR" altLang="sv-SE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 panose="020B0604020202020204" pitchFamily="34" charset="0"/>
                </a:rPr>
                <a:t>; </a:t>
              </a:r>
            </a:p>
            <a:p>
              <a:pPr marL="296862" marR="0" lvl="0" indent="-285750" algn="just" defTabSz="803275" rtl="0" eaLnBrk="1" fontAlgn="auto" latinLnBrk="0" hangingPunct="1">
                <a:lnSpc>
                  <a:spcPct val="80000"/>
                </a:lnSpc>
                <a:spcBef>
                  <a:spcPct val="20000"/>
                </a:spcBef>
                <a:spcAft>
                  <a:spcPct val="50000"/>
                </a:spcAft>
                <a:buClrTx/>
                <a:buSzTx/>
                <a:buFont typeface="Wingdings" panose="05000000000000000000" pitchFamily="2" charset="2"/>
                <a:buChar char="ü"/>
                <a:tabLst/>
                <a:defRPr/>
              </a:pPr>
              <a:r>
                <a:rPr kumimoji="0" lang="pt-BR" altLang="sv-SE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 panose="020B0604020202020204" pitchFamily="34" charset="0"/>
                </a:rPr>
                <a:t>Atualmente é </a:t>
              </a:r>
              <a:r>
                <a:rPr kumimoji="0" lang="pt-BR" altLang="sv-SE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66FF"/>
                  </a:solidFill>
                  <a:effectLst/>
                  <a:uLnTx/>
                  <a:uFillTx/>
                  <a:latin typeface="Calibri"/>
                  <a:ea typeface="+mn-ea"/>
                  <a:cs typeface="Arial" panose="020B0604020202020204" pitchFamily="34" charset="0"/>
                </a:rPr>
                <a:t>professor</a:t>
              </a:r>
              <a:r>
                <a:rPr kumimoji="0" lang="pt-BR" altLang="sv-SE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 panose="020B0604020202020204" pitchFamily="34" charset="0"/>
                </a:rPr>
                <a:t> do Campus Universitário SENAI CIMATEC do cursos Graduação e Pós-graduação (Especialização); </a:t>
              </a:r>
              <a:r>
                <a:rPr kumimoji="0" lang="pt-BR" altLang="sv-SE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66FF"/>
                  </a:solidFill>
                  <a:effectLst/>
                  <a:uLnTx/>
                  <a:uFillTx/>
                  <a:latin typeface="Calibri"/>
                  <a:ea typeface="+mn-ea"/>
                  <a:cs typeface="Arial" panose="020B0604020202020204" pitchFamily="34" charset="0"/>
                </a:rPr>
                <a:t>pesquisador</a:t>
              </a:r>
              <a:r>
                <a:rPr kumimoji="0" lang="pt-BR" altLang="sv-SE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 panose="020B0604020202020204" pitchFamily="34" charset="0"/>
                </a:rPr>
                <a:t> da Área de Microeletrônica e Eletrônica Embarcada do SENAI CIMATEC;</a:t>
              </a:r>
            </a:p>
            <a:p>
              <a:pPr marL="296862" marR="0" lvl="0" indent="-285750" algn="just" defTabSz="803275" rtl="0" eaLnBrk="1" fontAlgn="auto" latinLnBrk="0" hangingPunct="1">
                <a:lnSpc>
                  <a:spcPct val="80000"/>
                </a:lnSpc>
                <a:spcBef>
                  <a:spcPct val="20000"/>
                </a:spcBef>
                <a:spcAft>
                  <a:spcPct val="50000"/>
                </a:spcAft>
                <a:buClrTx/>
                <a:buSzTx/>
                <a:buFont typeface="Wingdings" panose="05000000000000000000" pitchFamily="2" charset="2"/>
                <a:buChar char="ü"/>
                <a:tabLst/>
                <a:defRPr/>
              </a:pPr>
              <a:r>
                <a:rPr kumimoji="0" lang="pt-BR" altLang="sv-SE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 panose="020B0604020202020204" pitchFamily="34" charset="0"/>
                </a:rPr>
                <a:t>Alguns </a:t>
              </a:r>
              <a:r>
                <a:rPr kumimoji="0" lang="pt-BR" altLang="sv-SE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66FF"/>
                  </a:solidFill>
                  <a:effectLst/>
                  <a:uLnTx/>
                  <a:uFillTx/>
                  <a:latin typeface="Calibri"/>
                  <a:ea typeface="+mn-ea"/>
                  <a:cs typeface="Arial" panose="020B0604020202020204" pitchFamily="34" charset="0"/>
                </a:rPr>
                <a:t>projetos de pesquisa</a:t>
              </a:r>
              <a:r>
                <a:rPr kumimoji="0" lang="pt-BR" altLang="sv-SE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 panose="020B0604020202020204" pitchFamily="34" charset="0"/>
                </a:rPr>
                <a:t>: </a:t>
              </a:r>
              <a:r>
                <a:rPr kumimoji="0" lang="pt-BR" altLang="sv-SE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66FF"/>
                  </a:solidFill>
                  <a:effectLst/>
                  <a:uLnTx/>
                  <a:uFillTx/>
                  <a:latin typeface="Calibri"/>
                  <a:ea typeface="+mn-ea"/>
                  <a:cs typeface="Arial" panose="020B0604020202020204" pitchFamily="34" charset="0"/>
                </a:rPr>
                <a:t>1 -</a:t>
              </a:r>
              <a:r>
                <a:rPr kumimoji="0" lang="pt-BR" altLang="sv-SE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 panose="020B0604020202020204" pitchFamily="34" charset="0"/>
                </a:rPr>
                <a:t> Desenvolvimento de Sistema Dedicado para Supervisão de Poços BCP Automatizados da PETROBRAS; </a:t>
              </a:r>
              <a:r>
                <a:rPr kumimoji="0" lang="pt-BR" altLang="sv-SE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66FF"/>
                  </a:solidFill>
                  <a:effectLst/>
                  <a:uLnTx/>
                  <a:uFillTx/>
                  <a:latin typeface="Calibri"/>
                  <a:ea typeface="+mn-ea"/>
                  <a:cs typeface="Arial" panose="020B0604020202020204" pitchFamily="34" charset="0"/>
                </a:rPr>
                <a:t>2 -</a:t>
              </a:r>
              <a:r>
                <a:rPr kumimoji="0" lang="pt-BR" altLang="sv-SE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 panose="020B0604020202020204" pitchFamily="34" charset="0"/>
                </a:rPr>
                <a:t> Desenvolvimento de Equipamento para Medição de Vazão Volumétrica de Gases por </a:t>
              </a:r>
              <a:r>
                <a:rPr kumimoji="0" lang="pt-BR" altLang="sv-SE" sz="14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 panose="020B0604020202020204" pitchFamily="34" charset="0"/>
                </a:rPr>
                <a:t>Ultra-som</a:t>
              </a:r>
              <a:r>
                <a:rPr kumimoji="0" lang="pt-BR" altLang="sv-SE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 panose="020B0604020202020204" pitchFamily="34" charset="0"/>
                </a:rPr>
                <a:t> e </a:t>
              </a:r>
              <a:r>
                <a:rPr kumimoji="0" lang="pt-BR" altLang="sv-SE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66FF"/>
                  </a:solidFill>
                  <a:effectLst/>
                  <a:uLnTx/>
                  <a:uFillTx/>
                  <a:latin typeface="Calibri"/>
                  <a:ea typeface="+mn-ea"/>
                  <a:cs typeface="Arial" panose="020B0604020202020204" pitchFamily="34" charset="0"/>
                </a:rPr>
                <a:t>3 -</a:t>
              </a:r>
              <a:r>
                <a:rPr kumimoji="0" lang="pt-BR" altLang="sv-SE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 panose="020B0604020202020204" pitchFamily="34" charset="0"/>
                </a:rPr>
                <a:t> Desenvolvimento de Protótipo para Estimação da Impedância da Malha de Terra para </a:t>
              </a:r>
              <a:r>
                <a:rPr kumimoji="0" lang="pt-BR" altLang="sv-SE" sz="14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 panose="020B0604020202020204" pitchFamily="34" charset="0"/>
                </a:rPr>
                <a:t>SE’s</a:t>
              </a:r>
              <a:r>
                <a:rPr kumimoji="0" lang="pt-BR" altLang="sv-SE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 panose="020B0604020202020204" pitchFamily="34" charset="0"/>
                </a:rPr>
                <a:t> da COELBA.</a:t>
              </a:r>
            </a:p>
          </p:txBody>
        </p:sp>
      </p:grpSp>
      <p:pic>
        <p:nvPicPr>
          <p:cNvPr id="9" name="Imagem 8" descr="Desenho com traços pretos em fundo branco e letras pretas&#10;&#10;O conteúdo gerado por IA pode estar incorreto.">
            <a:extLst>
              <a:ext uri="{FF2B5EF4-FFF2-40B4-BE49-F238E27FC236}">
                <a16:creationId xmlns:a16="http://schemas.microsoft.com/office/drawing/2014/main" id="{D179429B-79F3-9E49-9C2E-3A0540F4A90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5060" y="6104261"/>
            <a:ext cx="1464457" cy="644361"/>
          </a:xfrm>
          <a:prstGeom prst="rect">
            <a:avLst/>
          </a:prstGeom>
        </p:spPr>
      </p:pic>
      <p:grpSp>
        <p:nvGrpSpPr>
          <p:cNvPr id="7" name="Agrupar 6">
            <a:extLst>
              <a:ext uri="{FF2B5EF4-FFF2-40B4-BE49-F238E27FC236}">
                <a16:creationId xmlns:a16="http://schemas.microsoft.com/office/drawing/2014/main" id="{070EB57B-FDBA-BD2B-14F5-3872C74CD344}"/>
              </a:ext>
            </a:extLst>
          </p:cNvPr>
          <p:cNvGrpSpPr/>
          <p:nvPr/>
        </p:nvGrpSpPr>
        <p:grpSpPr>
          <a:xfrm>
            <a:off x="10065736" y="5709387"/>
            <a:ext cx="2042719" cy="1039235"/>
            <a:chOff x="2298584" y="5213339"/>
            <a:chExt cx="2042719" cy="1039235"/>
          </a:xfrm>
        </p:grpSpPr>
        <p:sp>
          <p:nvSpPr>
            <p:cNvPr id="10" name="Forma Livre: Forma 22">
              <a:extLst>
                <a:ext uri="{FF2B5EF4-FFF2-40B4-BE49-F238E27FC236}">
                  <a16:creationId xmlns:a16="http://schemas.microsoft.com/office/drawing/2014/main" id="{FD13CBB8-F598-392C-511B-C0DEBEC66F5F}"/>
                </a:ext>
              </a:extLst>
            </p:cNvPr>
            <p:cNvSpPr/>
            <p:nvPr/>
          </p:nvSpPr>
          <p:spPr>
            <a:xfrm>
              <a:off x="2298584" y="5213339"/>
              <a:ext cx="2042719" cy="10392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pic>
          <p:nvPicPr>
            <p:cNvPr id="11" name="Imagem 10">
              <a:extLst>
                <a:ext uri="{FF2B5EF4-FFF2-40B4-BE49-F238E27FC236}">
                  <a16:creationId xmlns:a16="http://schemas.microsoft.com/office/drawing/2014/main" id="{D745FEC2-E4AF-C776-3CA7-1D4A1ABD491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541141" y="5384972"/>
              <a:ext cx="1581371" cy="69596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2183551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2B1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5A86B1-A381-D15E-4A7E-C3E2EBCA0D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BF504005-25DB-A359-27C0-8D420BB2BA69}"/>
              </a:ext>
            </a:extLst>
          </p:cNvPr>
          <p:cNvSpPr/>
          <p:nvPr/>
        </p:nvSpPr>
        <p:spPr>
          <a:xfrm>
            <a:off x="955430" y="2496821"/>
            <a:ext cx="10281140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6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  <a:sym typeface="Arial"/>
              </a:rPr>
              <a:t>Nossa disciplina...</a:t>
            </a:r>
          </a:p>
        </p:txBody>
      </p:sp>
      <p:grpSp>
        <p:nvGrpSpPr>
          <p:cNvPr id="3" name="Agrupar 2">
            <a:extLst>
              <a:ext uri="{FF2B5EF4-FFF2-40B4-BE49-F238E27FC236}">
                <a16:creationId xmlns:a16="http://schemas.microsoft.com/office/drawing/2014/main" id="{32137C6B-189E-E4AE-F5B2-5E9B468EB212}"/>
              </a:ext>
            </a:extLst>
          </p:cNvPr>
          <p:cNvGrpSpPr/>
          <p:nvPr/>
        </p:nvGrpSpPr>
        <p:grpSpPr>
          <a:xfrm>
            <a:off x="5074640" y="5588898"/>
            <a:ext cx="2042719" cy="1039235"/>
            <a:chOff x="2298584" y="5213339"/>
            <a:chExt cx="2042719" cy="1039235"/>
          </a:xfrm>
        </p:grpSpPr>
        <p:sp>
          <p:nvSpPr>
            <p:cNvPr id="5" name="Forma Livre: Forma 22">
              <a:extLst>
                <a:ext uri="{FF2B5EF4-FFF2-40B4-BE49-F238E27FC236}">
                  <a16:creationId xmlns:a16="http://schemas.microsoft.com/office/drawing/2014/main" id="{243FEAA2-B9C1-0C66-A399-87D2F9ACAF19}"/>
                </a:ext>
              </a:extLst>
            </p:cNvPr>
            <p:cNvSpPr/>
            <p:nvPr/>
          </p:nvSpPr>
          <p:spPr>
            <a:xfrm>
              <a:off x="2298584" y="5213339"/>
              <a:ext cx="2042719" cy="10392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pic>
          <p:nvPicPr>
            <p:cNvPr id="6" name="Imagem 5">
              <a:extLst>
                <a:ext uri="{FF2B5EF4-FFF2-40B4-BE49-F238E27FC236}">
                  <a16:creationId xmlns:a16="http://schemas.microsoft.com/office/drawing/2014/main" id="{0D79368A-6FE0-18BB-0D4F-BD7175298EA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541141" y="5384972"/>
              <a:ext cx="1581371" cy="69596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035645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92727D-9826-39D7-8B41-A121F4F869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Agrupar 1">
            <a:extLst>
              <a:ext uri="{FF2B5EF4-FFF2-40B4-BE49-F238E27FC236}">
                <a16:creationId xmlns:a16="http://schemas.microsoft.com/office/drawing/2014/main" id="{B05C890B-564F-BE78-E9E2-151895B60426}"/>
              </a:ext>
            </a:extLst>
          </p:cNvPr>
          <p:cNvGrpSpPr/>
          <p:nvPr/>
        </p:nvGrpSpPr>
        <p:grpSpPr>
          <a:xfrm>
            <a:off x="-36576" y="-18288"/>
            <a:ext cx="1810512" cy="1812000"/>
            <a:chOff x="-36576" y="-18288"/>
            <a:chExt cx="3268916" cy="3271602"/>
          </a:xfrm>
        </p:grpSpPr>
        <p:sp>
          <p:nvSpPr>
            <p:cNvPr id="3" name="Forma Livre: Forma 2">
              <a:extLst>
                <a:ext uri="{FF2B5EF4-FFF2-40B4-BE49-F238E27FC236}">
                  <a16:creationId xmlns:a16="http://schemas.microsoft.com/office/drawing/2014/main" id="{1EBD164D-3DD3-E077-4722-CE95394646FC}"/>
                </a:ext>
              </a:extLst>
            </p:cNvPr>
            <p:cNvSpPr/>
            <p:nvPr/>
          </p:nvSpPr>
          <p:spPr>
            <a:xfrm>
              <a:off x="-36576" y="-18288"/>
              <a:ext cx="3268916" cy="3271602"/>
            </a:xfrm>
            <a:custGeom>
              <a:avLst/>
              <a:gdLst>
                <a:gd name="connsiteX0" fmla="*/ 2450802 w 3268916"/>
                <a:gd name="connsiteY0" fmla="*/ 0 h 3271602"/>
                <a:gd name="connsiteX1" fmla="*/ 3154168 w 3268916"/>
                <a:gd name="connsiteY1" fmla="*/ 0 h 3271602"/>
                <a:gd name="connsiteX2" fmla="*/ 3155777 w 3268916"/>
                <a:gd name="connsiteY2" fmla="*/ 4392 h 3271602"/>
                <a:gd name="connsiteX3" fmla="*/ 3268916 w 3268916"/>
                <a:gd name="connsiteY3" fmla="*/ 751602 h 3271602"/>
                <a:gd name="connsiteX4" fmla="*/ 748913 w 3268916"/>
                <a:gd name="connsiteY4" fmla="*/ 3271602 h 3271602"/>
                <a:gd name="connsiteX5" fmla="*/ 240523 w 3268916"/>
                <a:gd name="connsiteY5" fmla="*/ 3218443 h 3271602"/>
                <a:gd name="connsiteX6" fmla="*/ 0 w 3268916"/>
                <a:gd name="connsiteY6" fmla="*/ 3155922 h 3271602"/>
                <a:gd name="connsiteX7" fmla="*/ 0 w 3268916"/>
                <a:gd name="connsiteY7" fmla="*/ 2447446 h 3271602"/>
                <a:gd name="connsiteX8" fmla="*/ 23024 w 3268916"/>
                <a:gd name="connsiteY8" fmla="*/ 2458527 h 3271602"/>
                <a:gd name="connsiteX9" fmla="*/ 748913 w 3268916"/>
                <a:gd name="connsiteY9" fmla="*/ 2606691 h 3271602"/>
                <a:gd name="connsiteX10" fmla="*/ 2612319 w 3268916"/>
                <a:gd name="connsiteY10" fmla="*/ 751603 h 3271602"/>
                <a:gd name="connsiteX11" fmla="*/ 2466072 w 3268916"/>
                <a:gd name="connsiteY11" fmla="*/ 31524 h 3271602"/>
                <a:gd name="connsiteX12" fmla="*/ 2450802 w 3268916"/>
                <a:gd name="connsiteY12" fmla="*/ 0 h 32716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268916" h="3271602">
                  <a:moveTo>
                    <a:pt x="2450802" y="0"/>
                  </a:moveTo>
                  <a:lnTo>
                    <a:pt x="3154168" y="0"/>
                  </a:lnTo>
                  <a:lnTo>
                    <a:pt x="3155777" y="4392"/>
                  </a:lnTo>
                  <a:cubicBezTo>
                    <a:pt x="3229315" y="240512"/>
                    <a:pt x="3268916" y="491470"/>
                    <a:pt x="3268916" y="751602"/>
                  </a:cubicBezTo>
                  <a:cubicBezTo>
                    <a:pt x="3268916" y="2138972"/>
                    <a:pt x="2142490" y="3265395"/>
                    <a:pt x="748913" y="3271602"/>
                  </a:cubicBezTo>
                  <a:cubicBezTo>
                    <a:pt x="574716" y="3270826"/>
                    <a:pt x="404693" y="3252547"/>
                    <a:pt x="240523" y="3218443"/>
                  </a:cubicBezTo>
                  <a:lnTo>
                    <a:pt x="0" y="3155922"/>
                  </a:lnTo>
                  <a:lnTo>
                    <a:pt x="0" y="2447446"/>
                  </a:lnTo>
                  <a:lnTo>
                    <a:pt x="23024" y="2458527"/>
                  </a:lnTo>
                  <a:cubicBezTo>
                    <a:pt x="246022" y="2552866"/>
                    <a:pt x="491294" y="2605549"/>
                    <a:pt x="748913" y="2606691"/>
                  </a:cubicBezTo>
                  <a:cubicBezTo>
                    <a:pt x="1779387" y="2602122"/>
                    <a:pt x="2612319" y="1772910"/>
                    <a:pt x="2612319" y="751603"/>
                  </a:cubicBezTo>
                  <a:cubicBezTo>
                    <a:pt x="2612319" y="496276"/>
                    <a:pt x="2560261" y="252955"/>
                    <a:pt x="2466072" y="31524"/>
                  </a:cubicBezTo>
                  <a:lnTo>
                    <a:pt x="2450802" y="0"/>
                  </a:lnTo>
                  <a:close/>
                </a:path>
              </a:pathLst>
            </a:custGeom>
            <a:noFill/>
            <a:ln w="38100">
              <a:solidFill>
                <a:srgbClr val="005EA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pt-BR"/>
            </a:p>
          </p:txBody>
        </p:sp>
        <p:sp>
          <p:nvSpPr>
            <p:cNvPr id="6" name="Forma Livre: Forma 5">
              <a:extLst>
                <a:ext uri="{FF2B5EF4-FFF2-40B4-BE49-F238E27FC236}">
                  <a16:creationId xmlns:a16="http://schemas.microsoft.com/office/drawing/2014/main" id="{FDF6CCE1-B9FA-DAD6-BF53-19C44C85C115}"/>
                </a:ext>
              </a:extLst>
            </p:cNvPr>
            <p:cNvSpPr/>
            <p:nvPr/>
          </p:nvSpPr>
          <p:spPr>
            <a:xfrm>
              <a:off x="-36575" y="-18288"/>
              <a:ext cx="2612319" cy="2606691"/>
            </a:xfrm>
            <a:custGeom>
              <a:avLst/>
              <a:gdLst>
                <a:gd name="connsiteX0" fmla="*/ 0 w 2612319"/>
                <a:gd name="connsiteY0" fmla="*/ 0 h 2606691"/>
                <a:gd name="connsiteX1" fmla="*/ 2450802 w 2612319"/>
                <a:gd name="connsiteY1" fmla="*/ 0 h 2606691"/>
                <a:gd name="connsiteX2" fmla="*/ 2466072 w 2612319"/>
                <a:gd name="connsiteY2" fmla="*/ 31524 h 2606691"/>
                <a:gd name="connsiteX3" fmla="*/ 2612319 w 2612319"/>
                <a:gd name="connsiteY3" fmla="*/ 751603 h 2606691"/>
                <a:gd name="connsiteX4" fmla="*/ 748913 w 2612319"/>
                <a:gd name="connsiteY4" fmla="*/ 2606691 h 2606691"/>
                <a:gd name="connsiteX5" fmla="*/ 23024 w 2612319"/>
                <a:gd name="connsiteY5" fmla="*/ 2458527 h 2606691"/>
                <a:gd name="connsiteX6" fmla="*/ 0 w 2612319"/>
                <a:gd name="connsiteY6" fmla="*/ 2447446 h 2606691"/>
                <a:gd name="connsiteX7" fmla="*/ 0 w 2612319"/>
                <a:gd name="connsiteY7" fmla="*/ 0 h 2606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612319" h="2606691">
                  <a:moveTo>
                    <a:pt x="0" y="0"/>
                  </a:moveTo>
                  <a:lnTo>
                    <a:pt x="2450802" y="0"/>
                  </a:lnTo>
                  <a:lnTo>
                    <a:pt x="2466072" y="31524"/>
                  </a:lnTo>
                  <a:cubicBezTo>
                    <a:pt x="2560261" y="252955"/>
                    <a:pt x="2612319" y="496276"/>
                    <a:pt x="2612319" y="751603"/>
                  </a:cubicBezTo>
                  <a:cubicBezTo>
                    <a:pt x="2612319" y="1772910"/>
                    <a:pt x="1779387" y="2602122"/>
                    <a:pt x="748913" y="2606691"/>
                  </a:cubicBezTo>
                  <a:cubicBezTo>
                    <a:pt x="491294" y="2605549"/>
                    <a:pt x="246022" y="2552866"/>
                    <a:pt x="23024" y="2458527"/>
                  </a:cubicBezTo>
                  <a:lnTo>
                    <a:pt x="0" y="24474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5EA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pt-BR"/>
            </a:p>
          </p:txBody>
        </p:sp>
      </p:grpSp>
      <p:sp>
        <p:nvSpPr>
          <p:cNvPr id="21" name="Forma Livre: Forma 20">
            <a:extLst>
              <a:ext uri="{FF2B5EF4-FFF2-40B4-BE49-F238E27FC236}">
                <a16:creationId xmlns:a16="http://schemas.microsoft.com/office/drawing/2014/main" id="{06246105-2B21-CAE1-EC53-AF9FBF491963}"/>
              </a:ext>
            </a:extLst>
          </p:cNvPr>
          <p:cNvSpPr/>
          <p:nvPr/>
        </p:nvSpPr>
        <p:spPr>
          <a:xfrm>
            <a:off x="9867340" y="5562554"/>
            <a:ext cx="2315953" cy="1293421"/>
          </a:xfrm>
          <a:custGeom>
            <a:avLst/>
            <a:gdLst>
              <a:gd name="connsiteX0" fmla="*/ 1860123 w 3205936"/>
              <a:gd name="connsiteY0" fmla="*/ 0 h 1790461"/>
              <a:gd name="connsiteX1" fmla="*/ 3178253 w 3205936"/>
              <a:gd name="connsiteY1" fmla="*/ 546268 h 1790461"/>
              <a:gd name="connsiteX2" fmla="*/ 3205936 w 3205936"/>
              <a:gd name="connsiteY2" fmla="*/ 576584 h 1790461"/>
              <a:gd name="connsiteX3" fmla="*/ 3205936 w 3205936"/>
              <a:gd name="connsiteY3" fmla="*/ 1790461 h 1790461"/>
              <a:gd name="connsiteX4" fmla="*/ 0 w 3205936"/>
              <a:gd name="connsiteY4" fmla="*/ 1790461 h 1790461"/>
              <a:gd name="connsiteX5" fmla="*/ 6323 w 3205936"/>
              <a:gd name="connsiteY5" fmla="*/ 1665999 h 1790461"/>
              <a:gd name="connsiteX6" fmla="*/ 1860123 w 3205936"/>
              <a:gd name="connsiteY6" fmla="*/ 0 h 17904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205936" h="1790461">
                <a:moveTo>
                  <a:pt x="1860123" y="0"/>
                </a:moveTo>
                <a:cubicBezTo>
                  <a:pt x="2375360" y="2285"/>
                  <a:pt x="2841211" y="210730"/>
                  <a:pt x="3178253" y="546268"/>
                </a:cubicBezTo>
                <a:lnTo>
                  <a:pt x="3205936" y="576584"/>
                </a:lnTo>
                <a:lnTo>
                  <a:pt x="3205936" y="1790461"/>
                </a:lnTo>
                <a:lnTo>
                  <a:pt x="0" y="1790461"/>
                </a:lnTo>
                <a:lnTo>
                  <a:pt x="6323" y="1665999"/>
                </a:lnTo>
                <a:cubicBezTo>
                  <a:pt x="101605" y="733351"/>
                  <a:pt x="894053" y="4285"/>
                  <a:pt x="1860123" y="0"/>
                </a:cubicBezTo>
                <a:close/>
              </a:path>
            </a:pathLst>
          </a:custGeom>
          <a:solidFill>
            <a:srgbClr val="005EA9"/>
          </a:solidFill>
          <a:ln w="38100">
            <a:solidFill>
              <a:srgbClr val="005EA9"/>
            </a:solidFill>
          </a:ln>
        </p:spPr>
        <p:txBody>
          <a:bodyPr wrap="square">
            <a:noAutofit/>
          </a:bodyPr>
          <a:lstStyle/>
          <a:p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20CD6F20-1534-C7A0-03B4-E267F0B8685A}"/>
              </a:ext>
            </a:extLst>
          </p:cNvPr>
          <p:cNvSpPr/>
          <p:nvPr/>
        </p:nvSpPr>
        <p:spPr>
          <a:xfrm>
            <a:off x="1868400" y="0"/>
            <a:ext cx="3726370" cy="14874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733" b="0" i="0" u="none" strike="noStrike" kern="1200" cap="none" spc="300" normalizeH="0" baseline="0" noProof="0" dirty="0">
                <a:ln>
                  <a:noFill/>
                </a:ln>
                <a:solidFill>
                  <a:srgbClr val="015DA8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  <a:sym typeface="Arial"/>
              </a:rPr>
              <a:t>Nossos</a:t>
            </a:r>
            <a:endParaRPr kumimoji="0" lang="pt-BR" sz="3733" b="1" i="0" u="none" strike="noStrike" kern="1200" cap="none" spc="300" normalizeH="0" baseline="0" noProof="0" dirty="0">
              <a:ln>
                <a:noFill/>
              </a:ln>
              <a:solidFill>
                <a:srgbClr val="015DA8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  <a:sym typeface="Arial"/>
            </a:endParaRPr>
          </a:p>
          <a:p>
            <a:pPr marL="0" marR="0" lvl="0" indent="0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5333" b="1" i="0" u="none" strike="noStrike" kern="1200" cap="none" spc="300" normalizeH="0" baseline="0" noProof="0" dirty="0">
                <a:ln>
                  <a:noFill/>
                </a:ln>
                <a:solidFill>
                  <a:srgbClr val="015DA8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  <a:sym typeface="Arial"/>
              </a:rPr>
              <a:t>OBJETIVOS</a:t>
            </a:r>
          </a:p>
        </p:txBody>
      </p:sp>
      <p:pic>
        <p:nvPicPr>
          <p:cNvPr id="5" name="Imagem 4" descr="Desenho com traços pretos em fundo branco e letras pretas&#10;&#10;O conteúdo gerado por IA pode estar incorreto.">
            <a:extLst>
              <a:ext uri="{FF2B5EF4-FFF2-40B4-BE49-F238E27FC236}">
                <a16:creationId xmlns:a16="http://schemas.microsoft.com/office/drawing/2014/main" id="{564C927A-CE86-7E30-6DB6-63658BF97A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5060" y="6104261"/>
            <a:ext cx="1464457" cy="644361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29993322-41B6-123E-9640-F6AA67B8106F}"/>
              </a:ext>
            </a:extLst>
          </p:cNvPr>
          <p:cNvSpPr txBox="1"/>
          <p:nvPr/>
        </p:nvSpPr>
        <p:spPr>
          <a:xfrm>
            <a:off x="684213" y="1875163"/>
            <a:ext cx="10561856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>
              <a:defRPr/>
            </a:pPr>
            <a:r>
              <a:rPr lang="pt-BR" sz="2400" dirty="0">
                <a:solidFill>
                  <a:srgbClr val="000000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Atendimento à </a:t>
            </a:r>
            <a:r>
              <a:rPr lang="pt-BR" sz="2400" u="sng" dirty="0">
                <a:solidFill>
                  <a:srgbClr val="000000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demandas associadas à formação acadêmica</a:t>
            </a:r>
            <a:r>
              <a:rPr lang="pt-BR" sz="2400" dirty="0">
                <a:solidFill>
                  <a:srgbClr val="000000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 do discente </a:t>
            </a:r>
            <a:r>
              <a:rPr lang="pt-BR" sz="2400" b="1" dirty="0">
                <a:solidFill>
                  <a:srgbClr val="000000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visando</a:t>
            </a:r>
            <a:r>
              <a:rPr lang="pt-BR" sz="2400" dirty="0">
                <a:solidFill>
                  <a:srgbClr val="000000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:</a:t>
            </a:r>
          </a:p>
          <a:p>
            <a:pPr defTabSz="914400">
              <a:defRPr/>
            </a:pPr>
            <a:endParaRPr lang="pt-BR" sz="2400" dirty="0">
              <a:solidFill>
                <a:srgbClr val="000000"/>
              </a:solidFill>
              <a:latin typeface="Calibri" panose="020F0502020204030204" pitchFamily="34" charset="0"/>
              <a:ea typeface="Verdana" panose="020B060403050404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ü"/>
              <a:defRPr/>
            </a:pPr>
            <a:r>
              <a:rPr lang="pt-BR" sz="2400" dirty="0">
                <a:solidFill>
                  <a:srgbClr val="00B050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Consolidar os conhecimentos teóricos </a:t>
            </a:r>
            <a:r>
              <a:rPr lang="pt-BR" sz="2400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adquiridos ao longo das componentes curriculares </a:t>
            </a:r>
            <a:r>
              <a:rPr lang="pt-BR" sz="2400" b="1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“Princípios de Eletrônica Analógica” </a:t>
            </a:r>
            <a:r>
              <a:rPr lang="pt-BR" sz="2400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e </a:t>
            </a:r>
            <a:r>
              <a:rPr lang="pt-BR" sz="2400" b="1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“Amplificadores Eletrônicos” </a:t>
            </a:r>
            <a:r>
              <a:rPr lang="pt-BR" sz="2400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e </a:t>
            </a:r>
            <a:r>
              <a:rPr lang="pt-BR" sz="2400" b="1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“Filtros Analógicos e Osciladores” </a:t>
            </a:r>
            <a:r>
              <a:rPr lang="pt-BR" sz="2400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por meio de experimentos práticos.</a:t>
            </a:r>
          </a:p>
          <a:p>
            <a:pPr defTabSz="914400">
              <a:defRPr/>
            </a:pPr>
            <a:endParaRPr lang="pt-BR" sz="2400" dirty="0">
              <a:solidFill>
                <a:srgbClr val="000000"/>
              </a:solidFill>
              <a:latin typeface="Calibri" panose="020F0502020204030204" pitchFamily="34" charset="0"/>
              <a:ea typeface="Verdana" panose="020B0604030504040204" pitchFamily="34" charset="0"/>
              <a:cs typeface="Calibri" panose="020F0502020204030204" pitchFamily="34" charset="0"/>
            </a:endParaRPr>
          </a:p>
          <a:p>
            <a:pPr marL="285750" indent="-285750" defTabSz="914400">
              <a:buFont typeface="Wingdings" panose="05000000000000000000" pitchFamily="2" charset="2"/>
              <a:buChar char="ü"/>
              <a:defRPr/>
            </a:pPr>
            <a:r>
              <a:rPr lang="pt-BR" sz="2400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Disponibilizar </a:t>
            </a:r>
            <a:r>
              <a:rPr lang="pt-BR" sz="2400" dirty="0">
                <a:solidFill>
                  <a:srgbClr val="00B050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carga-horária específica e dedicada </a:t>
            </a:r>
            <a:r>
              <a:rPr lang="pt-BR" sz="2400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à </a:t>
            </a:r>
            <a:r>
              <a:rPr lang="pt-BR" sz="2400" b="1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realização das aulas práticas </a:t>
            </a:r>
            <a:r>
              <a:rPr lang="pt-BR" sz="2400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destinadas às componentes curriculares anteriores</a:t>
            </a:r>
            <a:r>
              <a:rPr lang="pt-BR" sz="2400" dirty="0">
                <a:solidFill>
                  <a:srgbClr val="000000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.</a:t>
            </a:r>
          </a:p>
        </p:txBody>
      </p:sp>
      <p:grpSp>
        <p:nvGrpSpPr>
          <p:cNvPr id="9" name="Agrupar 8">
            <a:extLst>
              <a:ext uri="{FF2B5EF4-FFF2-40B4-BE49-F238E27FC236}">
                <a16:creationId xmlns:a16="http://schemas.microsoft.com/office/drawing/2014/main" id="{C6680416-7A96-3EB0-4468-FE4227F2E773}"/>
              </a:ext>
            </a:extLst>
          </p:cNvPr>
          <p:cNvGrpSpPr/>
          <p:nvPr/>
        </p:nvGrpSpPr>
        <p:grpSpPr>
          <a:xfrm>
            <a:off x="3876" y="5529943"/>
            <a:ext cx="12177242" cy="1333032"/>
            <a:chOff x="3876" y="5529943"/>
            <a:chExt cx="12177242" cy="1333032"/>
          </a:xfrm>
        </p:grpSpPr>
        <p:pic>
          <p:nvPicPr>
            <p:cNvPr id="10" name="Imagem 9">
              <a:extLst>
                <a:ext uri="{FF2B5EF4-FFF2-40B4-BE49-F238E27FC236}">
                  <a16:creationId xmlns:a16="http://schemas.microsoft.com/office/drawing/2014/main" id="{B0CE4F66-1F1B-1FD1-1734-6AEA39DADE7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876" y="5577512"/>
              <a:ext cx="2422144" cy="1285462"/>
            </a:xfrm>
            <a:prstGeom prst="rect">
              <a:avLst/>
            </a:prstGeom>
          </p:spPr>
        </p:pic>
        <p:pic>
          <p:nvPicPr>
            <p:cNvPr id="11" name="Imagem 10">
              <a:extLst>
                <a:ext uri="{FF2B5EF4-FFF2-40B4-BE49-F238E27FC236}">
                  <a16:creationId xmlns:a16="http://schemas.microsoft.com/office/drawing/2014/main" id="{32412CB9-5773-3184-0CB3-DD205598FAD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572806" y="5577512"/>
              <a:ext cx="2570925" cy="1285462"/>
            </a:xfrm>
            <a:prstGeom prst="rect">
              <a:avLst/>
            </a:prstGeom>
          </p:spPr>
        </p:pic>
        <p:pic>
          <p:nvPicPr>
            <p:cNvPr id="12" name="Imagem 11">
              <a:extLst>
                <a:ext uri="{FF2B5EF4-FFF2-40B4-BE49-F238E27FC236}">
                  <a16:creationId xmlns:a16="http://schemas.microsoft.com/office/drawing/2014/main" id="{56957FBD-66CC-8D33-3607-2FD03384758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275041" y="5563964"/>
              <a:ext cx="2306654" cy="1299010"/>
            </a:xfrm>
            <a:prstGeom prst="rect">
              <a:avLst/>
            </a:prstGeom>
          </p:spPr>
        </p:pic>
        <p:pic>
          <p:nvPicPr>
            <p:cNvPr id="13" name="Imagem 12">
              <a:extLst>
                <a:ext uri="{FF2B5EF4-FFF2-40B4-BE49-F238E27FC236}">
                  <a16:creationId xmlns:a16="http://schemas.microsoft.com/office/drawing/2014/main" id="{A6F6B1EF-1B81-2576-2F22-76994A8FE3D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514958" y="5580952"/>
              <a:ext cx="1926537" cy="1282023"/>
            </a:xfrm>
            <a:prstGeom prst="rect">
              <a:avLst/>
            </a:prstGeom>
          </p:spPr>
        </p:pic>
        <p:pic>
          <p:nvPicPr>
            <p:cNvPr id="14" name="Imagem 13">
              <a:extLst>
                <a:ext uri="{FF2B5EF4-FFF2-40B4-BE49-F238E27FC236}">
                  <a16:creationId xmlns:a16="http://schemas.microsoft.com/office/drawing/2014/main" id="{EE1B7FBA-C5C5-A9B5-D74D-D05CC6CAD46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9713005" y="5529943"/>
              <a:ext cx="2468113" cy="132805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8268655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7F0D31-BD87-0792-59B5-0ADF16B21D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Agrupar 1">
            <a:extLst>
              <a:ext uri="{FF2B5EF4-FFF2-40B4-BE49-F238E27FC236}">
                <a16:creationId xmlns:a16="http://schemas.microsoft.com/office/drawing/2014/main" id="{2B0A9D8F-CC7C-63B4-EE4C-15700BC7B278}"/>
              </a:ext>
            </a:extLst>
          </p:cNvPr>
          <p:cNvGrpSpPr/>
          <p:nvPr/>
        </p:nvGrpSpPr>
        <p:grpSpPr>
          <a:xfrm>
            <a:off x="-36576" y="-18288"/>
            <a:ext cx="1810512" cy="1812000"/>
            <a:chOff x="-36576" y="-18288"/>
            <a:chExt cx="3268916" cy="3271602"/>
          </a:xfrm>
        </p:grpSpPr>
        <p:sp>
          <p:nvSpPr>
            <p:cNvPr id="3" name="Forma Livre: Forma 2">
              <a:extLst>
                <a:ext uri="{FF2B5EF4-FFF2-40B4-BE49-F238E27FC236}">
                  <a16:creationId xmlns:a16="http://schemas.microsoft.com/office/drawing/2014/main" id="{4668CF82-665D-A79B-3B59-B1D3F3FCE9EF}"/>
                </a:ext>
              </a:extLst>
            </p:cNvPr>
            <p:cNvSpPr/>
            <p:nvPr/>
          </p:nvSpPr>
          <p:spPr>
            <a:xfrm>
              <a:off x="-36576" y="-18288"/>
              <a:ext cx="3268916" cy="3271602"/>
            </a:xfrm>
            <a:custGeom>
              <a:avLst/>
              <a:gdLst>
                <a:gd name="connsiteX0" fmla="*/ 2450802 w 3268916"/>
                <a:gd name="connsiteY0" fmla="*/ 0 h 3271602"/>
                <a:gd name="connsiteX1" fmla="*/ 3154168 w 3268916"/>
                <a:gd name="connsiteY1" fmla="*/ 0 h 3271602"/>
                <a:gd name="connsiteX2" fmla="*/ 3155777 w 3268916"/>
                <a:gd name="connsiteY2" fmla="*/ 4392 h 3271602"/>
                <a:gd name="connsiteX3" fmla="*/ 3268916 w 3268916"/>
                <a:gd name="connsiteY3" fmla="*/ 751602 h 3271602"/>
                <a:gd name="connsiteX4" fmla="*/ 748913 w 3268916"/>
                <a:gd name="connsiteY4" fmla="*/ 3271602 h 3271602"/>
                <a:gd name="connsiteX5" fmla="*/ 240523 w 3268916"/>
                <a:gd name="connsiteY5" fmla="*/ 3218443 h 3271602"/>
                <a:gd name="connsiteX6" fmla="*/ 0 w 3268916"/>
                <a:gd name="connsiteY6" fmla="*/ 3155922 h 3271602"/>
                <a:gd name="connsiteX7" fmla="*/ 0 w 3268916"/>
                <a:gd name="connsiteY7" fmla="*/ 2447446 h 3271602"/>
                <a:gd name="connsiteX8" fmla="*/ 23024 w 3268916"/>
                <a:gd name="connsiteY8" fmla="*/ 2458527 h 3271602"/>
                <a:gd name="connsiteX9" fmla="*/ 748913 w 3268916"/>
                <a:gd name="connsiteY9" fmla="*/ 2606691 h 3271602"/>
                <a:gd name="connsiteX10" fmla="*/ 2612319 w 3268916"/>
                <a:gd name="connsiteY10" fmla="*/ 751603 h 3271602"/>
                <a:gd name="connsiteX11" fmla="*/ 2466072 w 3268916"/>
                <a:gd name="connsiteY11" fmla="*/ 31524 h 3271602"/>
                <a:gd name="connsiteX12" fmla="*/ 2450802 w 3268916"/>
                <a:gd name="connsiteY12" fmla="*/ 0 h 32716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268916" h="3271602">
                  <a:moveTo>
                    <a:pt x="2450802" y="0"/>
                  </a:moveTo>
                  <a:lnTo>
                    <a:pt x="3154168" y="0"/>
                  </a:lnTo>
                  <a:lnTo>
                    <a:pt x="3155777" y="4392"/>
                  </a:lnTo>
                  <a:cubicBezTo>
                    <a:pt x="3229315" y="240512"/>
                    <a:pt x="3268916" y="491470"/>
                    <a:pt x="3268916" y="751602"/>
                  </a:cubicBezTo>
                  <a:cubicBezTo>
                    <a:pt x="3268916" y="2138972"/>
                    <a:pt x="2142490" y="3265395"/>
                    <a:pt x="748913" y="3271602"/>
                  </a:cubicBezTo>
                  <a:cubicBezTo>
                    <a:pt x="574716" y="3270826"/>
                    <a:pt x="404693" y="3252547"/>
                    <a:pt x="240523" y="3218443"/>
                  </a:cubicBezTo>
                  <a:lnTo>
                    <a:pt x="0" y="3155922"/>
                  </a:lnTo>
                  <a:lnTo>
                    <a:pt x="0" y="2447446"/>
                  </a:lnTo>
                  <a:lnTo>
                    <a:pt x="23024" y="2458527"/>
                  </a:lnTo>
                  <a:cubicBezTo>
                    <a:pt x="246022" y="2552866"/>
                    <a:pt x="491294" y="2605549"/>
                    <a:pt x="748913" y="2606691"/>
                  </a:cubicBezTo>
                  <a:cubicBezTo>
                    <a:pt x="1779387" y="2602122"/>
                    <a:pt x="2612319" y="1772910"/>
                    <a:pt x="2612319" y="751603"/>
                  </a:cubicBezTo>
                  <a:cubicBezTo>
                    <a:pt x="2612319" y="496276"/>
                    <a:pt x="2560261" y="252955"/>
                    <a:pt x="2466072" y="31524"/>
                  </a:cubicBezTo>
                  <a:lnTo>
                    <a:pt x="2450802" y="0"/>
                  </a:lnTo>
                  <a:close/>
                </a:path>
              </a:pathLst>
            </a:custGeom>
            <a:noFill/>
            <a:ln w="38100">
              <a:solidFill>
                <a:srgbClr val="005EA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pt-BR"/>
            </a:p>
          </p:txBody>
        </p:sp>
        <p:sp>
          <p:nvSpPr>
            <p:cNvPr id="6" name="Forma Livre: Forma 5">
              <a:extLst>
                <a:ext uri="{FF2B5EF4-FFF2-40B4-BE49-F238E27FC236}">
                  <a16:creationId xmlns:a16="http://schemas.microsoft.com/office/drawing/2014/main" id="{72240194-313F-E12C-C243-231C9AFF892C}"/>
                </a:ext>
              </a:extLst>
            </p:cNvPr>
            <p:cNvSpPr/>
            <p:nvPr/>
          </p:nvSpPr>
          <p:spPr>
            <a:xfrm>
              <a:off x="-36575" y="-18288"/>
              <a:ext cx="2612319" cy="2606691"/>
            </a:xfrm>
            <a:custGeom>
              <a:avLst/>
              <a:gdLst>
                <a:gd name="connsiteX0" fmla="*/ 0 w 2612319"/>
                <a:gd name="connsiteY0" fmla="*/ 0 h 2606691"/>
                <a:gd name="connsiteX1" fmla="*/ 2450802 w 2612319"/>
                <a:gd name="connsiteY1" fmla="*/ 0 h 2606691"/>
                <a:gd name="connsiteX2" fmla="*/ 2466072 w 2612319"/>
                <a:gd name="connsiteY2" fmla="*/ 31524 h 2606691"/>
                <a:gd name="connsiteX3" fmla="*/ 2612319 w 2612319"/>
                <a:gd name="connsiteY3" fmla="*/ 751603 h 2606691"/>
                <a:gd name="connsiteX4" fmla="*/ 748913 w 2612319"/>
                <a:gd name="connsiteY4" fmla="*/ 2606691 h 2606691"/>
                <a:gd name="connsiteX5" fmla="*/ 23024 w 2612319"/>
                <a:gd name="connsiteY5" fmla="*/ 2458527 h 2606691"/>
                <a:gd name="connsiteX6" fmla="*/ 0 w 2612319"/>
                <a:gd name="connsiteY6" fmla="*/ 2447446 h 2606691"/>
                <a:gd name="connsiteX7" fmla="*/ 0 w 2612319"/>
                <a:gd name="connsiteY7" fmla="*/ 0 h 2606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612319" h="2606691">
                  <a:moveTo>
                    <a:pt x="0" y="0"/>
                  </a:moveTo>
                  <a:lnTo>
                    <a:pt x="2450802" y="0"/>
                  </a:lnTo>
                  <a:lnTo>
                    <a:pt x="2466072" y="31524"/>
                  </a:lnTo>
                  <a:cubicBezTo>
                    <a:pt x="2560261" y="252955"/>
                    <a:pt x="2612319" y="496276"/>
                    <a:pt x="2612319" y="751603"/>
                  </a:cubicBezTo>
                  <a:cubicBezTo>
                    <a:pt x="2612319" y="1772910"/>
                    <a:pt x="1779387" y="2602122"/>
                    <a:pt x="748913" y="2606691"/>
                  </a:cubicBezTo>
                  <a:cubicBezTo>
                    <a:pt x="491294" y="2605549"/>
                    <a:pt x="246022" y="2552866"/>
                    <a:pt x="23024" y="2458527"/>
                  </a:cubicBezTo>
                  <a:lnTo>
                    <a:pt x="0" y="24474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5EA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pt-BR"/>
            </a:p>
          </p:txBody>
        </p:sp>
      </p:grpSp>
      <p:sp>
        <p:nvSpPr>
          <p:cNvPr id="21" name="Forma Livre: Forma 20">
            <a:extLst>
              <a:ext uri="{FF2B5EF4-FFF2-40B4-BE49-F238E27FC236}">
                <a16:creationId xmlns:a16="http://schemas.microsoft.com/office/drawing/2014/main" id="{515376B1-E3CD-A458-5502-02EFA4EEC391}"/>
              </a:ext>
            </a:extLst>
          </p:cNvPr>
          <p:cNvSpPr/>
          <p:nvPr/>
        </p:nvSpPr>
        <p:spPr>
          <a:xfrm>
            <a:off x="9867340" y="5562554"/>
            <a:ext cx="2315953" cy="1293421"/>
          </a:xfrm>
          <a:custGeom>
            <a:avLst/>
            <a:gdLst>
              <a:gd name="connsiteX0" fmla="*/ 1860123 w 3205936"/>
              <a:gd name="connsiteY0" fmla="*/ 0 h 1790461"/>
              <a:gd name="connsiteX1" fmla="*/ 3178253 w 3205936"/>
              <a:gd name="connsiteY1" fmla="*/ 546268 h 1790461"/>
              <a:gd name="connsiteX2" fmla="*/ 3205936 w 3205936"/>
              <a:gd name="connsiteY2" fmla="*/ 576584 h 1790461"/>
              <a:gd name="connsiteX3" fmla="*/ 3205936 w 3205936"/>
              <a:gd name="connsiteY3" fmla="*/ 1790461 h 1790461"/>
              <a:gd name="connsiteX4" fmla="*/ 0 w 3205936"/>
              <a:gd name="connsiteY4" fmla="*/ 1790461 h 1790461"/>
              <a:gd name="connsiteX5" fmla="*/ 6323 w 3205936"/>
              <a:gd name="connsiteY5" fmla="*/ 1665999 h 1790461"/>
              <a:gd name="connsiteX6" fmla="*/ 1860123 w 3205936"/>
              <a:gd name="connsiteY6" fmla="*/ 0 h 17904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205936" h="1790461">
                <a:moveTo>
                  <a:pt x="1860123" y="0"/>
                </a:moveTo>
                <a:cubicBezTo>
                  <a:pt x="2375360" y="2285"/>
                  <a:pt x="2841211" y="210730"/>
                  <a:pt x="3178253" y="546268"/>
                </a:cubicBezTo>
                <a:lnTo>
                  <a:pt x="3205936" y="576584"/>
                </a:lnTo>
                <a:lnTo>
                  <a:pt x="3205936" y="1790461"/>
                </a:lnTo>
                <a:lnTo>
                  <a:pt x="0" y="1790461"/>
                </a:lnTo>
                <a:lnTo>
                  <a:pt x="6323" y="1665999"/>
                </a:lnTo>
                <a:cubicBezTo>
                  <a:pt x="101605" y="733351"/>
                  <a:pt x="894053" y="4285"/>
                  <a:pt x="1860123" y="0"/>
                </a:cubicBezTo>
                <a:close/>
              </a:path>
            </a:pathLst>
          </a:custGeom>
          <a:solidFill>
            <a:srgbClr val="005EA9"/>
          </a:solidFill>
          <a:ln w="38100">
            <a:solidFill>
              <a:srgbClr val="005EA9"/>
            </a:solidFill>
          </a:ln>
        </p:spPr>
        <p:txBody>
          <a:bodyPr wrap="square">
            <a:noAutofit/>
          </a:bodyPr>
          <a:lstStyle/>
          <a:p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67A9DB43-3B07-BBAB-DACE-8996DD9F1838}"/>
              </a:ext>
            </a:extLst>
          </p:cNvPr>
          <p:cNvSpPr/>
          <p:nvPr/>
        </p:nvSpPr>
        <p:spPr>
          <a:xfrm>
            <a:off x="1868400" y="0"/>
            <a:ext cx="3726370" cy="14874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733" b="0" i="0" u="none" strike="noStrike" kern="1200" cap="none" spc="300" normalizeH="0" baseline="0" noProof="0" dirty="0">
                <a:ln>
                  <a:noFill/>
                </a:ln>
                <a:solidFill>
                  <a:srgbClr val="015DA8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  <a:sym typeface="Arial"/>
              </a:rPr>
              <a:t>Nossos</a:t>
            </a:r>
            <a:endParaRPr kumimoji="0" lang="pt-BR" sz="3733" b="1" i="0" u="none" strike="noStrike" kern="1200" cap="none" spc="300" normalizeH="0" baseline="0" noProof="0" dirty="0">
              <a:ln>
                <a:noFill/>
              </a:ln>
              <a:solidFill>
                <a:srgbClr val="015DA8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  <a:sym typeface="Arial"/>
            </a:endParaRPr>
          </a:p>
          <a:p>
            <a:pPr marL="0" marR="0" lvl="0" indent="0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5333" b="1" i="0" u="none" strike="noStrike" kern="1200" cap="none" spc="300" normalizeH="0" baseline="0" noProof="0" dirty="0">
                <a:ln>
                  <a:noFill/>
                </a:ln>
                <a:solidFill>
                  <a:srgbClr val="015DA8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  <a:sym typeface="Arial"/>
              </a:rPr>
              <a:t>OBJETIVOS</a:t>
            </a:r>
          </a:p>
        </p:txBody>
      </p:sp>
      <p:pic>
        <p:nvPicPr>
          <p:cNvPr id="5" name="Imagem 4" descr="Desenho com traços pretos em fundo branco e letras pretas&#10;&#10;O conteúdo gerado por IA pode estar incorreto.">
            <a:extLst>
              <a:ext uri="{FF2B5EF4-FFF2-40B4-BE49-F238E27FC236}">
                <a16:creationId xmlns:a16="http://schemas.microsoft.com/office/drawing/2014/main" id="{091881E4-D04D-60CF-D1D8-D904AE50A1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5060" y="6104261"/>
            <a:ext cx="1464457" cy="644361"/>
          </a:xfrm>
          <a:prstGeom prst="rect">
            <a:avLst/>
          </a:prstGeom>
        </p:spPr>
      </p:pic>
      <p:grpSp>
        <p:nvGrpSpPr>
          <p:cNvPr id="9" name="Agrupar 8">
            <a:extLst>
              <a:ext uri="{FF2B5EF4-FFF2-40B4-BE49-F238E27FC236}">
                <a16:creationId xmlns:a16="http://schemas.microsoft.com/office/drawing/2014/main" id="{31357B50-2708-8AAE-22A9-3F1A5C73A99C}"/>
              </a:ext>
            </a:extLst>
          </p:cNvPr>
          <p:cNvGrpSpPr/>
          <p:nvPr/>
        </p:nvGrpSpPr>
        <p:grpSpPr>
          <a:xfrm>
            <a:off x="3876" y="5529943"/>
            <a:ext cx="12177242" cy="1333032"/>
            <a:chOff x="3876" y="5529943"/>
            <a:chExt cx="12177242" cy="1333032"/>
          </a:xfrm>
        </p:grpSpPr>
        <p:pic>
          <p:nvPicPr>
            <p:cNvPr id="10" name="Imagem 9">
              <a:extLst>
                <a:ext uri="{FF2B5EF4-FFF2-40B4-BE49-F238E27FC236}">
                  <a16:creationId xmlns:a16="http://schemas.microsoft.com/office/drawing/2014/main" id="{E79E23EF-6E2C-3BCD-B77F-D3B832B09BB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876" y="5577512"/>
              <a:ext cx="2422144" cy="1285462"/>
            </a:xfrm>
            <a:prstGeom prst="rect">
              <a:avLst/>
            </a:prstGeom>
          </p:spPr>
        </p:pic>
        <p:pic>
          <p:nvPicPr>
            <p:cNvPr id="11" name="Imagem 10">
              <a:extLst>
                <a:ext uri="{FF2B5EF4-FFF2-40B4-BE49-F238E27FC236}">
                  <a16:creationId xmlns:a16="http://schemas.microsoft.com/office/drawing/2014/main" id="{7E2851D0-48E6-47A2-C93C-5D3C9E0CAE4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572806" y="5577512"/>
              <a:ext cx="2570925" cy="1285462"/>
            </a:xfrm>
            <a:prstGeom prst="rect">
              <a:avLst/>
            </a:prstGeom>
          </p:spPr>
        </p:pic>
        <p:pic>
          <p:nvPicPr>
            <p:cNvPr id="12" name="Imagem 11">
              <a:extLst>
                <a:ext uri="{FF2B5EF4-FFF2-40B4-BE49-F238E27FC236}">
                  <a16:creationId xmlns:a16="http://schemas.microsoft.com/office/drawing/2014/main" id="{F4B2DDC2-E82E-B7D2-24B0-A16413EBC81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275041" y="5563964"/>
              <a:ext cx="2306654" cy="1299010"/>
            </a:xfrm>
            <a:prstGeom prst="rect">
              <a:avLst/>
            </a:prstGeom>
          </p:spPr>
        </p:pic>
        <p:pic>
          <p:nvPicPr>
            <p:cNvPr id="13" name="Imagem 12">
              <a:extLst>
                <a:ext uri="{FF2B5EF4-FFF2-40B4-BE49-F238E27FC236}">
                  <a16:creationId xmlns:a16="http://schemas.microsoft.com/office/drawing/2014/main" id="{ADE4F78E-120B-FCE7-F683-B7699B785D9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514958" y="5580952"/>
              <a:ext cx="1926537" cy="1282023"/>
            </a:xfrm>
            <a:prstGeom prst="rect">
              <a:avLst/>
            </a:prstGeom>
          </p:spPr>
        </p:pic>
        <p:pic>
          <p:nvPicPr>
            <p:cNvPr id="14" name="Imagem 13">
              <a:extLst>
                <a:ext uri="{FF2B5EF4-FFF2-40B4-BE49-F238E27FC236}">
                  <a16:creationId xmlns:a16="http://schemas.microsoft.com/office/drawing/2014/main" id="{799A89E1-AEE3-0867-EF5F-477BC362877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9713005" y="5529943"/>
              <a:ext cx="2468113" cy="1328057"/>
            </a:xfrm>
            <a:prstGeom prst="rect">
              <a:avLst/>
            </a:prstGeom>
          </p:spPr>
        </p:pic>
      </p:grpSp>
      <p:sp>
        <p:nvSpPr>
          <p:cNvPr id="8" name="CaixaDeTexto 7">
            <a:extLst>
              <a:ext uri="{FF2B5EF4-FFF2-40B4-BE49-F238E27FC236}">
                <a16:creationId xmlns:a16="http://schemas.microsoft.com/office/drawing/2014/main" id="{F87B7A45-C739-FD21-FD56-AEE78818155C}"/>
              </a:ext>
            </a:extLst>
          </p:cNvPr>
          <p:cNvSpPr txBox="1"/>
          <p:nvPr/>
        </p:nvSpPr>
        <p:spPr>
          <a:xfrm>
            <a:off x="684213" y="1957278"/>
            <a:ext cx="11076863" cy="3508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>
              <a:defRPr/>
            </a:pPr>
            <a:r>
              <a:rPr lang="pt-BR" sz="2400" dirty="0">
                <a:solidFill>
                  <a:srgbClr val="000000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Assim, o curso tem por objetivo </a:t>
            </a:r>
            <a:r>
              <a:rPr lang="pt-BR" sz="2400" b="1" dirty="0">
                <a:solidFill>
                  <a:srgbClr val="002060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desenvolver</a:t>
            </a:r>
            <a:r>
              <a:rPr lang="pt-BR" sz="2400" dirty="0">
                <a:solidFill>
                  <a:srgbClr val="000000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 no aluno as seguintes </a:t>
            </a:r>
            <a:r>
              <a:rPr lang="pt-BR" sz="2400" dirty="0">
                <a:solidFill>
                  <a:srgbClr val="00B050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habilidades</a:t>
            </a:r>
            <a:r>
              <a:rPr lang="pt-BR" sz="2400" dirty="0">
                <a:solidFill>
                  <a:srgbClr val="000000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:</a:t>
            </a:r>
          </a:p>
          <a:p>
            <a:pPr defTabSz="914400">
              <a:defRPr/>
            </a:pPr>
            <a:endParaRPr lang="pt-BR" sz="2400" dirty="0">
              <a:solidFill>
                <a:srgbClr val="000000"/>
              </a:solidFill>
              <a:latin typeface="Calibri" panose="020F0502020204030204" pitchFamily="34" charset="0"/>
              <a:ea typeface="Verdana" panose="020B0604030504040204" pitchFamily="34" charset="0"/>
              <a:cs typeface="Calibri" panose="020F0502020204030204" pitchFamily="34" charset="0"/>
            </a:endParaRPr>
          </a:p>
          <a:p>
            <a:pPr marL="285750" indent="-285750">
              <a:spcAft>
                <a:spcPts val="1800"/>
              </a:spcAft>
              <a:buFont typeface="Wingdings" panose="05000000000000000000" pitchFamily="2" charset="2"/>
              <a:buChar char="ü"/>
              <a:defRPr/>
            </a:pPr>
            <a:r>
              <a:rPr lang="pt-BR" sz="2400" dirty="0">
                <a:solidFill>
                  <a:srgbClr val="00B050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Conhecer</a:t>
            </a:r>
            <a:r>
              <a:rPr lang="pt-BR" sz="2400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, </a:t>
            </a:r>
            <a:r>
              <a:rPr lang="pt-BR" sz="2400" dirty="0">
                <a:solidFill>
                  <a:srgbClr val="00B050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selecionar </a:t>
            </a:r>
            <a:r>
              <a:rPr lang="pt-BR" sz="2400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e </a:t>
            </a:r>
            <a:r>
              <a:rPr lang="pt-BR" sz="2400" dirty="0">
                <a:solidFill>
                  <a:srgbClr val="00B050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utilizar corretamente </a:t>
            </a:r>
            <a:r>
              <a:rPr lang="pt-BR" sz="2400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os </a:t>
            </a:r>
            <a:r>
              <a:rPr lang="pt-BR" sz="2400" dirty="0">
                <a:solidFill>
                  <a:srgbClr val="00B050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instrumentos básicos </a:t>
            </a:r>
            <a:r>
              <a:rPr lang="pt-BR" sz="2400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de um </a:t>
            </a:r>
            <a:r>
              <a:rPr lang="pt-BR" sz="2400" b="1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laboratório de eletrônica</a:t>
            </a:r>
            <a:r>
              <a:rPr lang="pt-BR" sz="2400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.</a:t>
            </a:r>
          </a:p>
          <a:p>
            <a:pPr marL="285750" indent="-285750">
              <a:spcAft>
                <a:spcPts val="1800"/>
              </a:spcAft>
              <a:buFont typeface="Wingdings" panose="05000000000000000000" pitchFamily="2" charset="2"/>
              <a:buChar char="ü"/>
              <a:defRPr/>
            </a:pPr>
            <a:r>
              <a:rPr lang="pt-BR" sz="2400" dirty="0">
                <a:solidFill>
                  <a:srgbClr val="00B050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Montar e testar circuitos eletrônicos</a:t>
            </a:r>
            <a:r>
              <a:rPr lang="pt-BR" sz="2400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, </a:t>
            </a:r>
            <a:r>
              <a:rPr lang="pt-BR" sz="2400" u="sng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gerando</a:t>
            </a:r>
            <a:r>
              <a:rPr lang="pt-BR" sz="2400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 </a:t>
            </a:r>
            <a:r>
              <a:rPr lang="pt-BR" sz="2400" b="1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sinais de estímulo nas entradas </a:t>
            </a:r>
            <a:r>
              <a:rPr lang="pt-BR" sz="2400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e </a:t>
            </a:r>
            <a:r>
              <a:rPr lang="pt-BR" sz="2400" u="sng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medindo e interpretando</a:t>
            </a:r>
            <a:r>
              <a:rPr lang="pt-BR" sz="2400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 adequadamente os </a:t>
            </a:r>
            <a:r>
              <a:rPr lang="pt-BR" sz="2400" b="1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sinais de saída</a:t>
            </a:r>
            <a:r>
              <a:rPr lang="pt-BR" sz="2400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.</a:t>
            </a:r>
          </a:p>
          <a:p>
            <a:pPr marL="285750" indent="-285750">
              <a:spcAft>
                <a:spcPts val="1800"/>
              </a:spcAft>
              <a:buFont typeface="Wingdings" panose="05000000000000000000" pitchFamily="2" charset="2"/>
              <a:buChar char="ü"/>
              <a:defRPr/>
            </a:pPr>
            <a:r>
              <a:rPr lang="pt-BR" sz="2400" dirty="0">
                <a:solidFill>
                  <a:srgbClr val="00B050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Reconhecer e aplicar os dispositivos semicondutores básicos</a:t>
            </a:r>
            <a:r>
              <a:rPr lang="pt-BR" sz="2400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, tomando por base suas características, configurações e modos de operação.</a:t>
            </a:r>
          </a:p>
        </p:txBody>
      </p:sp>
    </p:spTree>
    <p:extLst>
      <p:ext uri="{BB962C8B-B14F-4D97-AF65-F5344CB8AC3E}">
        <p14:creationId xmlns:p14="http://schemas.microsoft.com/office/powerpoint/2010/main" val="8615852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35AB28-AFCE-4757-F874-B9D4BEC9A7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Agrupar 1">
            <a:extLst>
              <a:ext uri="{FF2B5EF4-FFF2-40B4-BE49-F238E27FC236}">
                <a16:creationId xmlns:a16="http://schemas.microsoft.com/office/drawing/2014/main" id="{50C00608-B94A-A5D2-0C51-DEFD23E911EE}"/>
              </a:ext>
            </a:extLst>
          </p:cNvPr>
          <p:cNvGrpSpPr/>
          <p:nvPr/>
        </p:nvGrpSpPr>
        <p:grpSpPr>
          <a:xfrm>
            <a:off x="-36576" y="-18288"/>
            <a:ext cx="1810512" cy="1812000"/>
            <a:chOff x="-36576" y="-18288"/>
            <a:chExt cx="3268916" cy="3271602"/>
          </a:xfrm>
        </p:grpSpPr>
        <p:sp>
          <p:nvSpPr>
            <p:cNvPr id="3" name="Forma Livre: Forma 2">
              <a:extLst>
                <a:ext uri="{FF2B5EF4-FFF2-40B4-BE49-F238E27FC236}">
                  <a16:creationId xmlns:a16="http://schemas.microsoft.com/office/drawing/2014/main" id="{A052B832-7F39-4A23-DCFF-6E8280DD9F72}"/>
                </a:ext>
              </a:extLst>
            </p:cNvPr>
            <p:cNvSpPr/>
            <p:nvPr/>
          </p:nvSpPr>
          <p:spPr>
            <a:xfrm>
              <a:off x="-36576" y="-18288"/>
              <a:ext cx="3268916" cy="3271602"/>
            </a:xfrm>
            <a:custGeom>
              <a:avLst/>
              <a:gdLst>
                <a:gd name="connsiteX0" fmla="*/ 2450802 w 3268916"/>
                <a:gd name="connsiteY0" fmla="*/ 0 h 3271602"/>
                <a:gd name="connsiteX1" fmla="*/ 3154168 w 3268916"/>
                <a:gd name="connsiteY1" fmla="*/ 0 h 3271602"/>
                <a:gd name="connsiteX2" fmla="*/ 3155777 w 3268916"/>
                <a:gd name="connsiteY2" fmla="*/ 4392 h 3271602"/>
                <a:gd name="connsiteX3" fmla="*/ 3268916 w 3268916"/>
                <a:gd name="connsiteY3" fmla="*/ 751602 h 3271602"/>
                <a:gd name="connsiteX4" fmla="*/ 748913 w 3268916"/>
                <a:gd name="connsiteY4" fmla="*/ 3271602 h 3271602"/>
                <a:gd name="connsiteX5" fmla="*/ 240523 w 3268916"/>
                <a:gd name="connsiteY5" fmla="*/ 3218443 h 3271602"/>
                <a:gd name="connsiteX6" fmla="*/ 0 w 3268916"/>
                <a:gd name="connsiteY6" fmla="*/ 3155922 h 3271602"/>
                <a:gd name="connsiteX7" fmla="*/ 0 w 3268916"/>
                <a:gd name="connsiteY7" fmla="*/ 2447446 h 3271602"/>
                <a:gd name="connsiteX8" fmla="*/ 23024 w 3268916"/>
                <a:gd name="connsiteY8" fmla="*/ 2458527 h 3271602"/>
                <a:gd name="connsiteX9" fmla="*/ 748913 w 3268916"/>
                <a:gd name="connsiteY9" fmla="*/ 2606691 h 3271602"/>
                <a:gd name="connsiteX10" fmla="*/ 2612319 w 3268916"/>
                <a:gd name="connsiteY10" fmla="*/ 751603 h 3271602"/>
                <a:gd name="connsiteX11" fmla="*/ 2466072 w 3268916"/>
                <a:gd name="connsiteY11" fmla="*/ 31524 h 3271602"/>
                <a:gd name="connsiteX12" fmla="*/ 2450802 w 3268916"/>
                <a:gd name="connsiteY12" fmla="*/ 0 h 32716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268916" h="3271602">
                  <a:moveTo>
                    <a:pt x="2450802" y="0"/>
                  </a:moveTo>
                  <a:lnTo>
                    <a:pt x="3154168" y="0"/>
                  </a:lnTo>
                  <a:lnTo>
                    <a:pt x="3155777" y="4392"/>
                  </a:lnTo>
                  <a:cubicBezTo>
                    <a:pt x="3229315" y="240512"/>
                    <a:pt x="3268916" y="491470"/>
                    <a:pt x="3268916" y="751602"/>
                  </a:cubicBezTo>
                  <a:cubicBezTo>
                    <a:pt x="3268916" y="2138972"/>
                    <a:pt x="2142490" y="3265395"/>
                    <a:pt x="748913" y="3271602"/>
                  </a:cubicBezTo>
                  <a:cubicBezTo>
                    <a:pt x="574716" y="3270826"/>
                    <a:pt x="404693" y="3252547"/>
                    <a:pt x="240523" y="3218443"/>
                  </a:cubicBezTo>
                  <a:lnTo>
                    <a:pt x="0" y="3155922"/>
                  </a:lnTo>
                  <a:lnTo>
                    <a:pt x="0" y="2447446"/>
                  </a:lnTo>
                  <a:lnTo>
                    <a:pt x="23024" y="2458527"/>
                  </a:lnTo>
                  <a:cubicBezTo>
                    <a:pt x="246022" y="2552866"/>
                    <a:pt x="491294" y="2605549"/>
                    <a:pt x="748913" y="2606691"/>
                  </a:cubicBezTo>
                  <a:cubicBezTo>
                    <a:pt x="1779387" y="2602122"/>
                    <a:pt x="2612319" y="1772910"/>
                    <a:pt x="2612319" y="751603"/>
                  </a:cubicBezTo>
                  <a:cubicBezTo>
                    <a:pt x="2612319" y="496276"/>
                    <a:pt x="2560261" y="252955"/>
                    <a:pt x="2466072" y="31524"/>
                  </a:cubicBezTo>
                  <a:lnTo>
                    <a:pt x="2450802" y="0"/>
                  </a:lnTo>
                  <a:close/>
                </a:path>
              </a:pathLst>
            </a:custGeom>
            <a:noFill/>
            <a:ln w="38100">
              <a:solidFill>
                <a:srgbClr val="005EA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pt-BR"/>
            </a:p>
          </p:txBody>
        </p:sp>
        <p:sp>
          <p:nvSpPr>
            <p:cNvPr id="6" name="Forma Livre: Forma 5">
              <a:extLst>
                <a:ext uri="{FF2B5EF4-FFF2-40B4-BE49-F238E27FC236}">
                  <a16:creationId xmlns:a16="http://schemas.microsoft.com/office/drawing/2014/main" id="{9E5DED2C-1480-3314-F1F0-E314467B1208}"/>
                </a:ext>
              </a:extLst>
            </p:cNvPr>
            <p:cNvSpPr/>
            <p:nvPr/>
          </p:nvSpPr>
          <p:spPr>
            <a:xfrm>
              <a:off x="-36575" y="-18288"/>
              <a:ext cx="2612319" cy="2606691"/>
            </a:xfrm>
            <a:custGeom>
              <a:avLst/>
              <a:gdLst>
                <a:gd name="connsiteX0" fmla="*/ 0 w 2612319"/>
                <a:gd name="connsiteY0" fmla="*/ 0 h 2606691"/>
                <a:gd name="connsiteX1" fmla="*/ 2450802 w 2612319"/>
                <a:gd name="connsiteY1" fmla="*/ 0 h 2606691"/>
                <a:gd name="connsiteX2" fmla="*/ 2466072 w 2612319"/>
                <a:gd name="connsiteY2" fmla="*/ 31524 h 2606691"/>
                <a:gd name="connsiteX3" fmla="*/ 2612319 w 2612319"/>
                <a:gd name="connsiteY3" fmla="*/ 751603 h 2606691"/>
                <a:gd name="connsiteX4" fmla="*/ 748913 w 2612319"/>
                <a:gd name="connsiteY4" fmla="*/ 2606691 h 2606691"/>
                <a:gd name="connsiteX5" fmla="*/ 23024 w 2612319"/>
                <a:gd name="connsiteY5" fmla="*/ 2458527 h 2606691"/>
                <a:gd name="connsiteX6" fmla="*/ 0 w 2612319"/>
                <a:gd name="connsiteY6" fmla="*/ 2447446 h 2606691"/>
                <a:gd name="connsiteX7" fmla="*/ 0 w 2612319"/>
                <a:gd name="connsiteY7" fmla="*/ 0 h 2606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612319" h="2606691">
                  <a:moveTo>
                    <a:pt x="0" y="0"/>
                  </a:moveTo>
                  <a:lnTo>
                    <a:pt x="2450802" y="0"/>
                  </a:lnTo>
                  <a:lnTo>
                    <a:pt x="2466072" y="31524"/>
                  </a:lnTo>
                  <a:cubicBezTo>
                    <a:pt x="2560261" y="252955"/>
                    <a:pt x="2612319" y="496276"/>
                    <a:pt x="2612319" y="751603"/>
                  </a:cubicBezTo>
                  <a:cubicBezTo>
                    <a:pt x="2612319" y="1772910"/>
                    <a:pt x="1779387" y="2602122"/>
                    <a:pt x="748913" y="2606691"/>
                  </a:cubicBezTo>
                  <a:cubicBezTo>
                    <a:pt x="491294" y="2605549"/>
                    <a:pt x="246022" y="2552866"/>
                    <a:pt x="23024" y="2458527"/>
                  </a:cubicBezTo>
                  <a:lnTo>
                    <a:pt x="0" y="24474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5EA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pt-BR"/>
            </a:p>
          </p:txBody>
        </p:sp>
      </p:grpSp>
      <p:sp>
        <p:nvSpPr>
          <p:cNvPr id="9" name="Retângulo 8">
            <a:extLst>
              <a:ext uri="{FF2B5EF4-FFF2-40B4-BE49-F238E27FC236}">
                <a16:creationId xmlns:a16="http://schemas.microsoft.com/office/drawing/2014/main" id="{D4BCE907-3138-6639-CC89-95F93B2395E2}"/>
              </a:ext>
            </a:extLst>
          </p:cNvPr>
          <p:cNvSpPr/>
          <p:nvPr/>
        </p:nvSpPr>
        <p:spPr>
          <a:xfrm>
            <a:off x="1866694" y="0"/>
            <a:ext cx="4497530" cy="14874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733" b="0" i="0" u="none" strike="noStrike" kern="1200" cap="none" spc="300" normalizeH="0" baseline="0" noProof="0" dirty="0">
                <a:ln>
                  <a:noFill/>
                </a:ln>
                <a:solidFill>
                  <a:srgbClr val="005EA9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  <a:sym typeface="Arial"/>
              </a:rPr>
              <a:t>Nossa</a:t>
            </a:r>
          </a:p>
          <a:p>
            <a:pPr marL="0" marR="0" lvl="0" indent="0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5333" b="1" i="0" u="none" strike="noStrike" kern="1200" cap="none" spc="300" normalizeH="0" baseline="0" noProof="0" dirty="0">
                <a:ln>
                  <a:noFill/>
                </a:ln>
                <a:solidFill>
                  <a:srgbClr val="005EA9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  <a:sym typeface="Arial"/>
              </a:rPr>
              <a:t>EMENTA</a:t>
            </a:r>
          </a:p>
        </p:txBody>
      </p:sp>
      <p:pic>
        <p:nvPicPr>
          <p:cNvPr id="4" name="Imagem 3" descr="Desenho com traços pretos em fundo branco e letras pretas&#10;&#10;O conteúdo gerado por IA pode estar incorreto.">
            <a:extLst>
              <a:ext uri="{FF2B5EF4-FFF2-40B4-BE49-F238E27FC236}">
                <a16:creationId xmlns:a16="http://schemas.microsoft.com/office/drawing/2014/main" id="{DD9E5AF8-9FB3-8A2C-F6A8-E2A0D7ECB3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5060" y="6104261"/>
            <a:ext cx="1464457" cy="644361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6B4A6DE8-146E-C9AE-FB66-BB3F06005D99}"/>
              </a:ext>
            </a:extLst>
          </p:cNvPr>
          <p:cNvSpPr txBox="1"/>
          <p:nvPr/>
        </p:nvSpPr>
        <p:spPr>
          <a:xfrm>
            <a:off x="777767" y="1850696"/>
            <a:ext cx="10469353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>
              <a:defRPr/>
            </a:pPr>
            <a:r>
              <a:rPr lang="pt-BR" sz="2400" dirty="0">
                <a:solidFill>
                  <a:srgbClr val="000000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Em </a:t>
            </a:r>
            <a:r>
              <a:rPr lang="pt-BR" sz="2400" b="1" dirty="0">
                <a:solidFill>
                  <a:srgbClr val="000000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consonância</a:t>
            </a:r>
            <a:r>
              <a:rPr lang="pt-BR" sz="2400" dirty="0">
                <a:solidFill>
                  <a:srgbClr val="000000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 com a </a:t>
            </a:r>
            <a:r>
              <a:rPr lang="pt-BR" sz="2400" b="1" dirty="0">
                <a:solidFill>
                  <a:schemeClr val="accent5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Ementa</a:t>
            </a:r>
            <a:r>
              <a:rPr lang="pt-BR" sz="2400" dirty="0">
                <a:solidFill>
                  <a:srgbClr val="000000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 desta componente curricular, o conteúdo do curso abordará os seguintes </a:t>
            </a:r>
            <a:r>
              <a:rPr lang="pt-BR" sz="2400" b="1" dirty="0">
                <a:solidFill>
                  <a:srgbClr val="000000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temas</a:t>
            </a:r>
            <a:r>
              <a:rPr lang="pt-BR" sz="2400" dirty="0">
                <a:solidFill>
                  <a:srgbClr val="000000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:</a:t>
            </a:r>
          </a:p>
          <a:p>
            <a:pPr defTabSz="914400">
              <a:defRPr/>
            </a:pPr>
            <a:endParaRPr lang="pt-BR" sz="2400" dirty="0">
              <a:solidFill>
                <a:srgbClr val="000000"/>
              </a:solidFill>
              <a:latin typeface="Calibri" panose="020F0502020204030204" pitchFamily="34" charset="0"/>
              <a:ea typeface="Verdana" panose="020B0604030504040204" pitchFamily="34" charset="0"/>
              <a:cs typeface="Calibri" panose="020F0502020204030204" pitchFamily="34" charset="0"/>
            </a:endParaRPr>
          </a:p>
          <a:p>
            <a:pPr marL="342900" indent="-342900">
              <a:spcAft>
                <a:spcPts val="1800"/>
              </a:spcAft>
              <a:buFont typeface="+mj-lt"/>
              <a:buAutoNum type="arabicPeriod"/>
              <a:defRPr/>
            </a:pPr>
            <a:r>
              <a:rPr lang="pt-BR" sz="2400" dirty="0">
                <a:solidFill>
                  <a:srgbClr val="000000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Introdução aos equipamentos do Laboratório de Eletrônica</a:t>
            </a:r>
          </a:p>
          <a:p>
            <a:pPr marL="342900" indent="-342900">
              <a:spcAft>
                <a:spcPts val="1800"/>
              </a:spcAft>
              <a:buFont typeface="+mj-lt"/>
              <a:buAutoNum type="arabicPeriod"/>
              <a:defRPr/>
            </a:pPr>
            <a:r>
              <a:rPr lang="pt-BR" sz="2400" dirty="0">
                <a:solidFill>
                  <a:srgbClr val="000000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Aplicação das Normas de Trabalho no Ambiente</a:t>
            </a:r>
          </a:p>
          <a:p>
            <a:pPr marL="342900" indent="-342900">
              <a:spcAft>
                <a:spcPts val="1800"/>
              </a:spcAft>
              <a:buFont typeface="+mj-lt"/>
              <a:buAutoNum type="arabicPeriod"/>
              <a:defRPr/>
            </a:pPr>
            <a:r>
              <a:rPr lang="pt-BR" sz="2400" dirty="0">
                <a:solidFill>
                  <a:srgbClr val="000000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Laboratorial e Regras de Boa Conduta</a:t>
            </a:r>
          </a:p>
          <a:p>
            <a:pPr marL="342900" indent="-342900">
              <a:spcAft>
                <a:spcPts val="1800"/>
              </a:spcAft>
              <a:buFont typeface="+mj-lt"/>
              <a:buAutoNum type="arabicPeriod"/>
              <a:defRPr/>
            </a:pPr>
            <a:r>
              <a:rPr lang="pt-BR" sz="2400" dirty="0">
                <a:solidFill>
                  <a:srgbClr val="000000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Utilização dos Equipamentos do Laboratório de Eletrônica</a:t>
            </a:r>
          </a:p>
          <a:p>
            <a:pPr marL="342900" indent="-342900">
              <a:spcAft>
                <a:spcPts val="1800"/>
              </a:spcAft>
              <a:buFont typeface="+mj-lt"/>
              <a:buAutoNum type="arabicPeriod"/>
              <a:defRPr/>
            </a:pPr>
            <a:r>
              <a:rPr lang="pt-BR" sz="2400" dirty="0">
                <a:solidFill>
                  <a:srgbClr val="000000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Experimentação de Dispositivos Semicondutores: diodos, TBJ e </a:t>
            </a:r>
            <a:r>
              <a:rPr lang="pt-BR" sz="2400" dirty="0" err="1">
                <a:solidFill>
                  <a:srgbClr val="000000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FETs</a:t>
            </a:r>
            <a:r>
              <a:rPr lang="pt-BR" sz="2400" dirty="0">
                <a:solidFill>
                  <a:srgbClr val="000000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 </a:t>
            </a:r>
          </a:p>
        </p:txBody>
      </p:sp>
      <p:grpSp>
        <p:nvGrpSpPr>
          <p:cNvPr id="5" name="Agrupar 4">
            <a:extLst>
              <a:ext uri="{FF2B5EF4-FFF2-40B4-BE49-F238E27FC236}">
                <a16:creationId xmlns:a16="http://schemas.microsoft.com/office/drawing/2014/main" id="{23CB092D-CA99-CD70-5F37-DB03B39D0284}"/>
              </a:ext>
            </a:extLst>
          </p:cNvPr>
          <p:cNvGrpSpPr/>
          <p:nvPr/>
        </p:nvGrpSpPr>
        <p:grpSpPr>
          <a:xfrm>
            <a:off x="10065736" y="5709387"/>
            <a:ext cx="2042719" cy="1039235"/>
            <a:chOff x="2298584" y="5213339"/>
            <a:chExt cx="2042719" cy="1039235"/>
          </a:xfrm>
        </p:grpSpPr>
        <p:sp>
          <p:nvSpPr>
            <p:cNvPr id="7" name="Forma Livre: Forma 22">
              <a:extLst>
                <a:ext uri="{FF2B5EF4-FFF2-40B4-BE49-F238E27FC236}">
                  <a16:creationId xmlns:a16="http://schemas.microsoft.com/office/drawing/2014/main" id="{92D96863-CD4E-D378-B4CE-87B56E2AB132}"/>
                </a:ext>
              </a:extLst>
            </p:cNvPr>
            <p:cNvSpPr/>
            <p:nvPr/>
          </p:nvSpPr>
          <p:spPr>
            <a:xfrm>
              <a:off x="2298584" y="5213339"/>
              <a:ext cx="2042719" cy="10392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pic>
          <p:nvPicPr>
            <p:cNvPr id="10" name="Imagem 9">
              <a:extLst>
                <a:ext uri="{FF2B5EF4-FFF2-40B4-BE49-F238E27FC236}">
                  <a16:creationId xmlns:a16="http://schemas.microsoft.com/office/drawing/2014/main" id="{1EE9A961-36C3-E3D5-647B-9732EC96D29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541141" y="5384972"/>
              <a:ext cx="1581371" cy="69596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384961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74815E-BE51-C6D6-D5FD-B178C79EE6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Agrupar 1">
            <a:extLst>
              <a:ext uri="{FF2B5EF4-FFF2-40B4-BE49-F238E27FC236}">
                <a16:creationId xmlns:a16="http://schemas.microsoft.com/office/drawing/2014/main" id="{45A39654-5086-EEBD-0800-505F1088358D}"/>
              </a:ext>
            </a:extLst>
          </p:cNvPr>
          <p:cNvGrpSpPr/>
          <p:nvPr/>
        </p:nvGrpSpPr>
        <p:grpSpPr>
          <a:xfrm>
            <a:off x="-36576" y="-18288"/>
            <a:ext cx="1810512" cy="1812000"/>
            <a:chOff x="-36576" y="-18288"/>
            <a:chExt cx="3268916" cy="3271602"/>
          </a:xfrm>
        </p:grpSpPr>
        <p:sp>
          <p:nvSpPr>
            <p:cNvPr id="3" name="Forma Livre: Forma 2">
              <a:extLst>
                <a:ext uri="{FF2B5EF4-FFF2-40B4-BE49-F238E27FC236}">
                  <a16:creationId xmlns:a16="http://schemas.microsoft.com/office/drawing/2014/main" id="{90CE75E8-F084-B0C6-F4BF-3635102A5FBA}"/>
                </a:ext>
              </a:extLst>
            </p:cNvPr>
            <p:cNvSpPr/>
            <p:nvPr/>
          </p:nvSpPr>
          <p:spPr>
            <a:xfrm>
              <a:off x="-36576" y="-18288"/>
              <a:ext cx="3268916" cy="3271602"/>
            </a:xfrm>
            <a:custGeom>
              <a:avLst/>
              <a:gdLst>
                <a:gd name="connsiteX0" fmla="*/ 2450802 w 3268916"/>
                <a:gd name="connsiteY0" fmla="*/ 0 h 3271602"/>
                <a:gd name="connsiteX1" fmla="*/ 3154168 w 3268916"/>
                <a:gd name="connsiteY1" fmla="*/ 0 h 3271602"/>
                <a:gd name="connsiteX2" fmla="*/ 3155777 w 3268916"/>
                <a:gd name="connsiteY2" fmla="*/ 4392 h 3271602"/>
                <a:gd name="connsiteX3" fmla="*/ 3268916 w 3268916"/>
                <a:gd name="connsiteY3" fmla="*/ 751602 h 3271602"/>
                <a:gd name="connsiteX4" fmla="*/ 748913 w 3268916"/>
                <a:gd name="connsiteY4" fmla="*/ 3271602 h 3271602"/>
                <a:gd name="connsiteX5" fmla="*/ 240523 w 3268916"/>
                <a:gd name="connsiteY5" fmla="*/ 3218443 h 3271602"/>
                <a:gd name="connsiteX6" fmla="*/ 0 w 3268916"/>
                <a:gd name="connsiteY6" fmla="*/ 3155922 h 3271602"/>
                <a:gd name="connsiteX7" fmla="*/ 0 w 3268916"/>
                <a:gd name="connsiteY7" fmla="*/ 2447446 h 3271602"/>
                <a:gd name="connsiteX8" fmla="*/ 23024 w 3268916"/>
                <a:gd name="connsiteY8" fmla="*/ 2458527 h 3271602"/>
                <a:gd name="connsiteX9" fmla="*/ 748913 w 3268916"/>
                <a:gd name="connsiteY9" fmla="*/ 2606691 h 3271602"/>
                <a:gd name="connsiteX10" fmla="*/ 2612319 w 3268916"/>
                <a:gd name="connsiteY10" fmla="*/ 751603 h 3271602"/>
                <a:gd name="connsiteX11" fmla="*/ 2466072 w 3268916"/>
                <a:gd name="connsiteY11" fmla="*/ 31524 h 3271602"/>
                <a:gd name="connsiteX12" fmla="*/ 2450802 w 3268916"/>
                <a:gd name="connsiteY12" fmla="*/ 0 h 32716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268916" h="3271602">
                  <a:moveTo>
                    <a:pt x="2450802" y="0"/>
                  </a:moveTo>
                  <a:lnTo>
                    <a:pt x="3154168" y="0"/>
                  </a:lnTo>
                  <a:lnTo>
                    <a:pt x="3155777" y="4392"/>
                  </a:lnTo>
                  <a:cubicBezTo>
                    <a:pt x="3229315" y="240512"/>
                    <a:pt x="3268916" y="491470"/>
                    <a:pt x="3268916" y="751602"/>
                  </a:cubicBezTo>
                  <a:cubicBezTo>
                    <a:pt x="3268916" y="2138972"/>
                    <a:pt x="2142490" y="3265395"/>
                    <a:pt x="748913" y="3271602"/>
                  </a:cubicBezTo>
                  <a:cubicBezTo>
                    <a:pt x="574716" y="3270826"/>
                    <a:pt x="404693" y="3252547"/>
                    <a:pt x="240523" y="3218443"/>
                  </a:cubicBezTo>
                  <a:lnTo>
                    <a:pt x="0" y="3155922"/>
                  </a:lnTo>
                  <a:lnTo>
                    <a:pt x="0" y="2447446"/>
                  </a:lnTo>
                  <a:lnTo>
                    <a:pt x="23024" y="2458527"/>
                  </a:lnTo>
                  <a:cubicBezTo>
                    <a:pt x="246022" y="2552866"/>
                    <a:pt x="491294" y="2605549"/>
                    <a:pt x="748913" y="2606691"/>
                  </a:cubicBezTo>
                  <a:cubicBezTo>
                    <a:pt x="1779387" y="2602122"/>
                    <a:pt x="2612319" y="1772910"/>
                    <a:pt x="2612319" y="751603"/>
                  </a:cubicBezTo>
                  <a:cubicBezTo>
                    <a:pt x="2612319" y="496276"/>
                    <a:pt x="2560261" y="252955"/>
                    <a:pt x="2466072" y="31524"/>
                  </a:cubicBezTo>
                  <a:lnTo>
                    <a:pt x="2450802" y="0"/>
                  </a:lnTo>
                  <a:close/>
                </a:path>
              </a:pathLst>
            </a:custGeom>
            <a:noFill/>
            <a:ln w="38100">
              <a:solidFill>
                <a:srgbClr val="005EA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pt-BR"/>
            </a:p>
          </p:txBody>
        </p:sp>
        <p:sp>
          <p:nvSpPr>
            <p:cNvPr id="6" name="Forma Livre: Forma 5">
              <a:extLst>
                <a:ext uri="{FF2B5EF4-FFF2-40B4-BE49-F238E27FC236}">
                  <a16:creationId xmlns:a16="http://schemas.microsoft.com/office/drawing/2014/main" id="{36200183-8C83-EC52-84F0-2CEBA9AE72C0}"/>
                </a:ext>
              </a:extLst>
            </p:cNvPr>
            <p:cNvSpPr/>
            <p:nvPr/>
          </p:nvSpPr>
          <p:spPr>
            <a:xfrm>
              <a:off x="-36575" y="-18288"/>
              <a:ext cx="2612319" cy="2606691"/>
            </a:xfrm>
            <a:custGeom>
              <a:avLst/>
              <a:gdLst>
                <a:gd name="connsiteX0" fmla="*/ 0 w 2612319"/>
                <a:gd name="connsiteY0" fmla="*/ 0 h 2606691"/>
                <a:gd name="connsiteX1" fmla="*/ 2450802 w 2612319"/>
                <a:gd name="connsiteY1" fmla="*/ 0 h 2606691"/>
                <a:gd name="connsiteX2" fmla="*/ 2466072 w 2612319"/>
                <a:gd name="connsiteY2" fmla="*/ 31524 h 2606691"/>
                <a:gd name="connsiteX3" fmla="*/ 2612319 w 2612319"/>
                <a:gd name="connsiteY3" fmla="*/ 751603 h 2606691"/>
                <a:gd name="connsiteX4" fmla="*/ 748913 w 2612319"/>
                <a:gd name="connsiteY4" fmla="*/ 2606691 h 2606691"/>
                <a:gd name="connsiteX5" fmla="*/ 23024 w 2612319"/>
                <a:gd name="connsiteY5" fmla="*/ 2458527 h 2606691"/>
                <a:gd name="connsiteX6" fmla="*/ 0 w 2612319"/>
                <a:gd name="connsiteY6" fmla="*/ 2447446 h 2606691"/>
                <a:gd name="connsiteX7" fmla="*/ 0 w 2612319"/>
                <a:gd name="connsiteY7" fmla="*/ 0 h 2606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612319" h="2606691">
                  <a:moveTo>
                    <a:pt x="0" y="0"/>
                  </a:moveTo>
                  <a:lnTo>
                    <a:pt x="2450802" y="0"/>
                  </a:lnTo>
                  <a:lnTo>
                    <a:pt x="2466072" y="31524"/>
                  </a:lnTo>
                  <a:cubicBezTo>
                    <a:pt x="2560261" y="252955"/>
                    <a:pt x="2612319" y="496276"/>
                    <a:pt x="2612319" y="751603"/>
                  </a:cubicBezTo>
                  <a:cubicBezTo>
                    <a:pt x="2612319" y="1772910"/>
                    <a:pt x="1779387" y="2602122"/>
                    <a:pt x="748913" y="2606691"/>
                  </a:cubicBezTo>
                  <a:cubicBezTo>
                    <a:pt x="491294" y="2605549"/>
                    <a:pt x="246022" y="2552866"/>
                    <a:pt x="23024" y="2458527"/>
                  </a:cubicBezTo>
                  <a:lnTo>
                    <a:pt x="0" y="24474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5EA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pt-BR"/>
            </a:p>
          </p:txBody>
        </p:sp>
      </p:grpSp>
      <p:sp>
        <p:nvSpPr>
          <p:cNvPr id="9" name="Retângulo 8">
            <a:extLst>
              <a:ext uri="{FF2B5EF4-FFF2-40B4-BE49-F238E27FC236}">
                <a16:creationId xmlns:a16="http://schemas.microsoft.com/office/drawing/2014/main" id="{6042A8EB-D5BF-63F9-65FA-10A7A0A21A01}"/>
              </a:ext>
            </a:extLst>
          </p:cNvPr>
          <p:cNvSpPr/>
          <p:nvPr/>
        </p:nvSpPr>
        <p:spPr>
          <a:xfrm>
            <a:off x="1866694" y="0"/>
            <a:ext cx="4497530" cy="14874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733" b="0" i="0" u="none" strike="noStrike" kern="1200" cap="none" spc="300" normalizeH="0" baseline="0" noProof="0" dirty="0">
                <a:ln>
                  <a:noFill/>
                </a:ln>
                <a:solidFill>
                  <a:srgbClr val="005EA9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  <a:sym typeface="Arial"/>
              </a:rPr>
              <a:t>Nossa</a:t>
            </a:r>
          </a:p>
          <a:p>
            <a:pPr marL="0" marR="0" lvl="0" indent="0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5333" b="1" i="0" u="none" strike="noStrike" kern="1200" cap="none" spc="300" normalizeH="0" baseline="0" noProof="0" dirty="0">
                <a:ln>
                  <a:noFill/>
                </a:ln>
                <a:solidFill>
                  <a:srgbClr val="005EA9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  <a:sym typeface="Arial"/>
              </a:rPr>
              <a:t>EMENTA</a:t>
            </a:r>
          </a:p>
        </p:txBody>
      </p:sp>
      <p:pic>
        <p:nvPicPr>
          <p:cNvPr id="4" name="Imagem 3" descr="Desenho com traços pretos em fundo branco e letras pretas&#10;&#10;O conteúdo gerado por IA pode estar incorreto.">
            <a:extLst>
              <a:ext uri="{FF2B5EF4-FFF2-40B4-BE49-F238E27FC236}">
                <a16:creationId xmlns:a16="http://schemas.microsoft.com/office/drawing/2014/main" id="{A5FC55C8-A859-BFDF-14C9-8CDA47EFFD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5060" y="6104261"/>
            <a:ext cx="1464457" cy="644361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01FA7C67-C11D-3773-E85D-88D66EC71246}"/>
              </a:ext>
            </a:extLst>
          </p:cNvPr>
          <p:cNvSpPr txBox="1"/>
          <p:nvPr/>
        </p:nvSpPr>
        <p:spPr>
          <a:xfrm>
            <a:off x="777767" y="1850696"/>
            <a:ext cx="10469353" cy="33701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>
              <a:defRPr/>
            </a:pPr>
            <a:r>
              <a:rPr lang="pt-BR" sz="2400" dirty="0">
                <a:solidFill>
                  <a:srgbClr val="000000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Em </a:t>
            </a:r>
            <a:r>
              <a:rPr lang="pt-BR" sz="2400" b="1" dirty="0">
                <a:solidFill>
                  <a:srgbClr val="000000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consonância</a:t>
            </a:r>
            <a:r>
              <a:rPr lang="pt-BR" sz="2400" dirty="0">
                <a:solidFill>
                  <a:srgbClr val="000000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 com a </a:t>
            </a:r>
            <a:r>
              <a:rPr lang="pt-BR" sz="2400" b="1" dirty="0">
                <a:solidFill>
                  <a:schemeClr val="accent5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Ementa</a:t>
            </a:r>
            <a:r>
              <a:rPr lang="pt-BR" sz="2400" dirty="0">
                <a:solidFill>
                  <a:srgbClr val="000000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 desta componente curricular, o conteúdo do curso abordará os seguintes </a:t>
            </a:r>
            <a:r>
              <a:rPr lang="pt-BR" sz="2400" b="1" dirty="0">
                <a:solidFill>
                  <a:srgbClr val="000000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temas</a:t>
            </a:r>
            <a:r>
              <a:rPr lang="pt-BR" sz="2400" dirty="0">
                <a:solidFill>
                  <a:srgbClr val="000000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:</a:t>
            </a:r>
          </a:p>
          <a:p>
            <a:pPr defTabSz="914400">
              <a:defRPr/>
            </a:pPr>
            <a:endParaRPr lang="pt-BR" sz="2400" dirty="0">
              <a:solidFill>
                <a:srgbClr val="000000"/>
              </a:solidFill>
              <a:latin typeface="Calibri" panose="020F0502020204030204" pitchFamily="34" charset="0"/>
              <a:ea typeface="Verdana" panose="020B0604030504040204" pitchFamily="34" charset="0"/>
              <a:cs typeface="Calibri" panose="020F0502020204030204" pitchFamily="34" charset="0"/>
            </a:endParaRPr>
          </a:p>
          <a:p>
            <a:pPr marL="355600" indent="-355600">
              <a:spcAft>
                <a:spcPts val="1800"/>
              </a:spcAft>
              <a:buFont typeface="+mj-lt"/>
              <a:buAutoNum type="arabicPeriod" startAt="6"/>
              <a:tabLst>
                <a:tab pos="355600" algn="l"/>
              </a:tabLst>
              <a:defRPr/>
            </a:pPr>
            <a:r>
              <a:rPr lang="pt-BR" sz="2400" dirty="0">
                <a:solidFill>
                  <a:srgbClr val="000000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Experimentação de Amplificadores</a:t>
            </a:r>
          </a:p>
          <a:p>
            <a:pPr marL="342900" indent="-342900">
              <a:spcAft>
                <a:spcPts val="1800"/>
              </a:spcAft>
              <a:buFont typeface="+mj-lt"/>
              <a:buAutoNum type="arabicPeriod" startAt="6"/>
              <a:defRPr/>
            </a:pPr>
            <a:r>
              <a:rPr lang="pt-BR" sz="2400" dirty="0">
                <a:solidFill>
                  <a:srgbClr val="000000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Experimentação de Temporizadores e Osciladores</a:t>
            </a:r>
          </a:p>
          <a:p>
            <a:pPr marL="342900" indent="-342900">
              <a:spcAft>
                <a:spcPts val="1800"/>
              </a:spcAft>
              <a:buFont typeface="+mj-lt"/>
              <a:buAutoNum type="arabicPeriod" startAt="6"/>
              <a:defRPr/>
            </a:pPr>
            <a:r>
              <a:rPr lang="pt-BR" sz="2400" dirty="0">
                <a:solidFill>
                  <a:srgbClr val="000000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Experimentação de Filtros Ativos</a:t>
            </a:r>
          </a:p>
          <a:p>
            <a:pPr marL="342900" indent="-342900">
              <a:spcAft>
                <a:spcPts val="1800"/>
              </a:spcAft>
              <a:buFont typeface="+mj-lt"/>
              <a:buAutoNum type="arabicPeriod" startAt="6"/>
              <a:defRPr/>
            </a:pPr>
            <a:r>
              <a:rPr lang="pt-BR" sz="2400" dirty="0">
                <a:solidFill>
                  <a:srgbClr val="000000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Experimentação de Simulador de Redes Passivas utilizando AMP-</a:t>
            </a:r>
            <a:r>
              <a:rPr lang="pt-BR" sz="2400" dirty="0" err="1">
                <a:solidFill>
                  <a:srgbClr val="000000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OPs</a:t>
            </a:r>
            <a:endParaRPr lang="pt-BR" sz="2400" dirty="0">
              <a:solidFill>
                <a:srgbClr val="000000"/>
              </a:solidFill>
              <a:latin typeface="Calibri" panose="020F0502020204030204" pitchFamily="34" charset="0"/>
              <a:ea typeface="Verdana" panose="020B0604030504040204" pitchFamily="34" charset="0"/>
              <a:cs typeface="Calibri" panose="020F0502020204030204" pitchFamily="34" charset="0"/>
            </a:endParaRPr>
          </a:p>
        </p:txBody>
      </p:sp>
      <p:grpSp>
        <p:nvGrpSpPr>
          <p:cNvPr id="5" name="Agrupar 4">
            <a:extLst>
              <a:ext uri="{FF2B5EF4-FFF2-40B4-BE49-F238E27FC236}">
                <a16:creationId xmlns:a16="http://schemas.microsoft.com/office/drawing/2014/main" id="{0F8885B2-BD44-2EF0-F31A-BE635DD1C802}"/>
              </a:ext>
            </a:extLst>
          </p:cNvPr>
          <p:cNvGrpSpPr/>
          <p:nvPr/>
        </p:nvGrpSpPr>
        <p:grpSpPr>
          <a:xfrm>
            <a:off x="10065736" y="5709387"/>
            <a:ext cx="2042719" cy="1039235"/>
            <a:chOff x="2298584" y="5213339"/>
            <a:chExt cx="2042719" cy="1039235"/>
          </a:xfrm>
        </p:grpSpPr>
        <p:sp>
          <p:nvSpPr>
            <p:cNvPr id="7" name="Forma Livre: Forma 22">
              <a:extLst>
                <a:ext uri="{FF2B5EF4-FFF2-40B4-BE49-F238E27FC236}">
                  <a16:creationId xmlns:a16="http://schemas.microsoft.com/office/drawing/2014/main" id="{058C3751-CAEF-EEA6-2340-141F52FADC45}"/>
                </a:ext>
              </a:extLst>
            </p:cNvPr>
            <p:cNvSpPr/>
            <p:nvPr/>
          </p:nvSpPr>
          <p:spPr>
            <a:xfrm>
              <a:off x="2298584" y="5213339"/>
              <a:ext cx="2042719" cy="10392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pic>
          <p:nvPicPr>
            <p:cNvPr id="10" name="Imagem 9">
              <a:extLst>
                <a:ext uri="{FF2B5EF4-FFF2-40B4-BE49-F238E27FC236}">
                  <a16:creationId xmlns:a16="http://schemas.microsoft.com/office/drawing/2014/main" id="{B63D15B3-04D5-5CC0-4324-D2DC48E718E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541141" y="5384972"/>
              <a:ext cx="1581371" cy="69596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092615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B15934-273E-5FA8-654C-28DC0F620D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Agrupar 1">
            <a:extLst>
              <a:ext uri="{FF2B5EF4-FFF2-40B4-BE49-F238E27FC236}">
                <a16:creationId xmlns:a16="http://schemas.microsoft.com/office/drawing/2014/main" id="{C47FAAA6-BA14-6E60-2871-CB3EC6F58E77}"/>
              </a:ext>
            </a:extLst>
          </p:cNvPr>
          <p:cNvGrpSpPr/>
          <p:nvPr/>
        </p:nvGrpSpPr>
        <p:grpSpPr>
          <a:xfrm>
            <a:off x="-36576" y="-18288"/>
            <a:ext cx="1810512" cy="1812000"/>
            <a:chOff x="-36576" y="-18288"/>
            <a:chExt cx="3268916" cy="3271602"/>
          </a:xfrm>
        </p:grpSpPr>
        <p:sp>
          <p:nvSpPr>
            <p:cNvPr id="3" name="Forma Livre: Forma 2">
              <a:extLst>
                <a:ext uri="{FF2B5EF4-FFF2-40B4-BE49-F238E27FC236}">
                  <a16:creationId xmlns:a16="http://schemas.microsoft.com/office/drawing/2014/main" id="{9A04D349-93B3-8A57-BC6B-E8D7A01C288E}"/>
                </a:ext>
              </a:extLst>
            </p:cNvPr>
            <p:cNvSpPr/>
            <p:nvPr/>
          </p:nvSpPr>
          <p:spPr>
            <a:xfrm>
              <a:off x="-36576" y="-18288"/>
              <a:ext cx="3268916" cy="3271602"/>
            </a:xfrm>
            <a:custGeom>
              <a:avLst/>
              <a:gdLst>
                <a:gd name="connsiteX0" fmla="*/ 2450802 w 3268916"/>
                <a:gd name="connsiteY0" fmla="*/ 0 h 3271602"/>
                <a:gd name="connsiteX1" fmla="*/ 3154168 w 3268916"/>
                <a:gd name="connsiteY1" fmla="*/ 0 h 3271602"/>
                <a:gd name="connsiteX2" fmla="*/ 3155777 w 3268916"/>
                <a:gd name="connsiteY2" fmla="*/ 4392 h 3271602"/>
                <a:gd name="connsiteX3" fmla="*/ 3268916 w 3268916"/>
                <a:gd name="connsiteY3" fmla="*/ 751602 h 3271602"/>
                <a:gd name="connsiteX4" fmla="*/ 748913 w 3268916"/>
                <a:gd name="connsiteY4" fmla="*/ 3271602 h 3271602"/>
                <a:gd name="connsiteX5" fmla="*/ 240523 w 3268916"/>
                <a:gd name="connsiteY5" fmla="*/ 3218443 h 3271602"/>
                <a:gd name="connsiteX6" fmla="*/ 0 w 3268916"/>
                <a:gd name="connsiteY6" fmla="*/ 3155922 h 3271602"/>
                <a:gd name="connsiteX7" fmla="*/ 0 w 3268916"/>
                <a:gd name="connsiteY7" fmla="*/ 2447446 h 3271602"/>
                <a:gd name="connsiteX8" fmla="*/ 23024 w 3268916"/>
                <a:gd name="connsiteY8" fmla="*/ 2458527 h 3271602"/>
                <a:gd name="connsiteX9" fmla="*/ 748913 w 3268916"/>
                <a:gd name="connsiteY9" fmla="*/ 2606691 h 3271602"/>
                <a:gd name="connsiteX10" fmla="*/ 2612319 w 3268916"/>
                <a:gd name="connsiteY10" fmla="*/ 751603 h 3271602"/>
                <a:gd name="connsiteX11" fmla="*/ 2466072 w 3268916"/>
                <a:gd name="connsiteY11" fmla="*/ 31524 h 3271602"/>
                <a:gd name="connsiteX12" fmla="*/ 2450802 w 3268916"/>
                <a:gd name="connsiteY12" fmla="*/ 0 h 32716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268916" h="3271602">
                  <a:moveTo>
                    <a:pt x="2450802" y="0"/>
                  </a:moveTo>
                  <a:lnTo>
                    <a:pt x="3154168" y="0"/>
                  </a:lnTo>
                  <a:lnTo>
                    <a:pt x="3155777" y="4392"/>
                  </a:lnTo>
                  <a:cubicBezTo>
                    <a:pt x="3229315" y="240512"/>
                    <a:pt x="3268916" y="491470"/>
                    <a:pt x="3268916" y="751602"/>
                  </a:cubicBezTo>
                  <a:cubicBezTo>
                    <a:pt x="3268916" y="2138972"/>
                    <a:pt x="2142490" y="3265395"/>
                    <a:pt x="748913" y="3271602"/>
                  </a:cubicBezTo>
                  <a:cubicBezTo>
                    <a:pt x="574716" y="3270826"/>
                    <a:pt x="404693" y="3252547"/>
                    <a:pt x="240523" y="3218443"/>
                  </a:cubicBezTo>
                  <a:lnTo>
                    <a:pt x="0" y="3155922"/>
                  </a:lnTo>
                  <a:lnTo>
                    <a:pt x="0" y="2447446"/>
                  </a:lnTo>
                  <a:lnTo>
                    <a:pt x="23024" y="2458527"/>
                  </a:lnTo>
                  <a:cubicBezTo>
                    <a:pt x="246022" y="2552866"/>
                    <a:pt x="491294" y="2605549"/>
                    <a:pt x="748913" y="2606691"/>
                  </a:cubicBezTo>
                  <a:cubicBezTo>
                    <a:pt x="1779387" y="2602122"/>
                    <a:pt x="2612319" y="1772910"/>
                    <a:pt x="2612319" y="751603"/>
                  </a:cubicBezTo>
                  <a:cubicBezTo>
                    <a:pt x="2612319" y="496276"/>
                    <a:pt x="2560261" y="252955"/>
                    <a:pt x="2466072" y="31524"/>
                  </a:cubicBezTo>
                  <a:lnTo>
                    <a:pt x="2450802" y="0"/>
                  </a:lnTo>
                  <a:close/>
                </a:path>
              </a:pathLst>
            </a:custGeom>
            <a:noFill/>
            <a:ln w="38100">
              <a:solidFill>
                <a:srgbClr val="005EA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pt-BR"/>
            </a:p>
          </p:txBody>
        </p:sp>
        <p:sp>
          <p:nvSpPr>
            <p:cNvPr id="6" name="Forma Livre: Forma 5">
              <a:extLst>
                <a:ext uri="{FF2B5EF4-FFF2-40B4-BE49-F238E27FC236}">
                  <a16:creationId xmlns:a16="http://schemas.microsoft.com/office/drawing/2014/main" id="{59A8EB91-B150-913D-1D0C-B38004C24B66}"/>
                </a:ext>
              </a:extLst>
            </p:cNvPr>
            <p:cNvSpPr/>
            <p:nvPr/>
          </p:nvSpPr>
          <p:spPr>
            <a:xfrm>
              <a:off x="-36575" y="-18288"/>
              <a:ext cx="2612319" cy="2606691"/>
            </a:xfrm>
            <a:custGeom>
              <a:avLst/>
              <a:gdLst>
                <a:gd name="connsiteX0" fmla="*/ 0 w 2612319"/>
                <a:gd name="connsiteY0" fmla="*/ 0 h 2606691"/>
                <a:gd name="connsiteX1" fmla="*/ 2450802 w 2612319"/>
                <a:gd name="connsiteY1" fmla="*/ 0 h 2606691"/>
                <a:gd name="connsiteX2" fmla="*/ 2466072 w 2612319"/>
                <a:gd name="connsiteY2" fmla="*/ 31524 h 2606691"/>
                <a:gd name="connsiteX3" fmla="*/ 2612319 w 2612319"/>
                <a:gd name="connsiteY3" fmla="*/ 751603 h 2606691"/>
                <a:gd name="connsiteX4" fmla="*/ 748913 w 2612319"/>
                <a:gd name="connsiteY4" fmla="*/ 2606691 h 2606691"/>
                <a:gd name="connsiteX5" fmla="*/ 23024 w 2612319"/>
                <a:gd name="connsiteY5" fmla="*/ 2458527 h 2606691"/>
                <a:gd name="connsiteX6" fmla="*/ 0 w 2612319"/>
                <a:gd name="connsiteY6" fmla="*/ 2447446 h 2606691"/>
                <a:gd name="connsiteX7" fmla="*/ 0 w 2612319"/>
                <a:gd name="connsiteY7" fmla="*/ 0 h 2606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612319" h="2606691">
                  <a:moveTo>
                    <a:pt x="0" y="0"/>
                  </a:moveTo>
                  <a:lnTo>
                    <a:pt x="2450802" y="0"/>
                  </a:lnTo>
                  <a:lnTo>
                    <a:pt x="2466072" y="31524"/>
                  </a:lnTo>
                  <a:cubicBezTo>
                    <a:pt x="2560261" y="252955"/>
                    <a:pt x="2612319" y="496276"/>
                    <a:pt x="2612319" y="751603"/>
                  </a:cubicBezTo>
                  <a:cubicBezTo>
                    <a:pt x="2612319" y="1772910"/>
                    <a:pt x="1779387" y="2602122"/>
                    <a:pt x="748913" y="2606691"/>
                  </a:cubicBezTo>
                  <a:cubicBezTo>
                    <a:pt x="491294" y="2605549"/>
                    <a:pt x="246022" y="2552866"/>
                    <a:pt x="23024" y="2458527"/>
                  </a:cubicBezTo>
                  <a:lnTo>
                    <a:pt x="0" y="24474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5EA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pt-BR"/>
            </a:p>
          </p:txBody>
        </p:sp>
      </p:grpSp>
      <p:sp>
        <p:nvSpPr>
          <p:cNvPr id="9" name="Retângulo 8">
            <a:extLst>
              <a:ext uri="{FF2B5EF4-FFF2-40B4-BE49-F238E27FC236}">
                <a16:creationId xmlns:a16="http://schemas.microsoft.com/office/drawing/2014/main" id="{5E925DC7-9CC3-1068-50C4-D1A9AF3F3844}"/>
              </a:ext>
            </a:extLst>
          </p:cNvPr>
          <p:cNvSpPr/>
          <p:nvPr/>
        </p:nvSpPr>
        <p:spPr>
          <a:xfrm>
            <a:off x="1866694" y="0"/>
            <a:ext cx="4497530" cy="14874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733" b="0" i="0" u="none" strike="noStrike" kern="1200" cap="none" spc="300" normalizeH="0" baseline="0" noProof="0" dirty="0">
                <a:ln>
                  <a:noFill/>
                </a:ln>
                <a:solidFill>
                  <a:srgbClr val="005EA9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  <a:sym typeface="Arial"/>
              </a:rPr>
              <a:t>Nossa</a:t>
            </a:r>
          </a:p>
          <a:p>
            <a:pPr marL="0" marR="0" lvl="0" indent="0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5333" b="1" i="0" u="none" strike="noStrike" kern="1200" cap="none" spc="300" normalizeH="0" baseline="0" noProof="0" dirty="0">
                <a:ln>
                  <a:noFill/>
                </a:ln>
                <a:solidFill>
                  <a:srgbClr val="005EA9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  <a:sym typeface="Arial"/>
              </a:rPr>
              <a:t>EMENTA</a:t>
            </a:r>
          </a:p>
        </p:txBody>
      </p:sp>
      <p:pic>
        <p:nvPicPr>
          <p:cNvPr id="4" name="Imagem 3" descr="Desenho com traços pretos em fundo branco e letras pretas&#10;&#10;O conteúdo gerado por IA pode estar incorreto.">
            <a:extLst>
              <a:ext uri="{FF2B5EF4-FFF2-40B4-BE49-F238E27FC236}">
                <a16:creationId xmlns:a16="http://schemas.microsoft.com/office/drawing/2014/main" id="{B3E47DCB-F90B-D825-1700-82B34212C8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5060" y="6104261"/>
            <a:ext cx="1464457" cy="644361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3A6FB422-516A-38EB-B2B7-DF7B7FF1A399}"/>
              </a:ext>
            </a:extLst>
          </p:cNvPr>
          <p:cNvSpPr txBox="1"/>
          <p:nvPr/>
        </p:nvSpPr>
        <p:spPr>
          <a:xfrm>
            <a:off x="777767" y="1850696"/>
            <a:ext cx="1107790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>
              <a:defRPr/>
            </a:pPr>
            <a:r>
              <a:rPr lang="pt-BR" sz="2400" dirty="0">
                <a:solidFill>
                  <a:srgbClr val="000000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Em consonância com a </a:t>
            </a:r>
            <a:r>
              <a:rPr lang="pt-BR" sz="2400" dirty="0">
                <a:solidFill>
                  <a:srgbClr val="00B050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Ementa</a:t>
            </a:r>
            <a:r>
              <a:rPr lang="pt-BR" sz="2400" dirty="0">
                <a:solidFill>
                  <a:srgbClr val="000000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 desta componente curricular, o conteúdo do curso abordará os seguintes temas:</a:t>
            </a:r>
          </a:p>
        </p:txBody>
      </p:sp>
      <p:sp>
        <p:nvSpPr>
          <p:cNvPr id="7" name="Text Box 2">
            <a:extLst>
              <a:ext uri="{FF2B5EF4-FFF2-40B4-BE49-F238E27FC236}">
                <a16:creationId xmlns:a16="http://schemas.microsoft.com/office/drawing/2014/main" id="{53EF1067-41AF-C1B8-1832-A5EE89F7E5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77775" y="5628563"/>
            <a:ext cx="4752975" cy="534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1pPr>
            <a:lvl2pPr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2pPr>
            <a:lvl3pPr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3pPr>
            <a:lvl4pPr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4pPr>
            <a:lvl5pPr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9pPr>
          </a:lstStyle>
          <a:p>
            <a:pPr algn="ctr">
              <a:spcBef>
                <a:spcPts val="350"/>
              </a:spcBef>
              <a:buSzPct val="100000"/>
            </a:pPr>
            <a:r>
              <a:rPr lang="pt-BR" altLang="pt-BR" sz="1400" b="1" dirty="0">
                <a:solidFill>
                  <a:schemeClr val="tx1"/>
                </a:solidFill>
              </a:rPr>
              <a:t>Equipamentos do Laboratório de Eletrônica.</a:t>
            </a: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8049D8E5-5E7D-03B2-5C98-CF274BC96D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738079"/>
            <a:ext cx="2844674" cy="1671246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C0A2177A-A5C1-9CD7-FCBA-86214CBB02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78070" y="3547544"/>
            <a:ext cx="2346865" cy="1959631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602161DA-5134-03E9-EE83-762F2B9B1E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48269" y="3547544"/>
            <a:ext cx="2934780" cy="1969689"/>
          </a:xfrm>
          <a:prstGeom prst="rect">
            <a:avLst/>
          </a:prstGeom>
        </p:spPr>
      </p:pic>
      <p:grpSp>
        <p:nvGrpSpPr>
          <p:cNvPr id="8" name="Agrupar 7">
            <a:extLst>
              <a:ext uri="{FF2B5EF4-FFF2-40B4-BE49-F238E27FC236}">
                <a16:creationId xmlns:a16="http://schemas.microsoft.com/office/drawing/2014/main" id="{413E22E9-6537-6F4B-D270-C05EC4482748}"/>
              </a:ext>
            </a:extLst>
          </p:cNvPr>
          <p:cNvGrpSpPr/>
          <p:nvPr/>
        </p:nvGrpSpPr>
        <p:grpSpPr>
          <a:xfrm>
            <a:off x="10065736" y="5709387"/>
            <a:ext cx="2042719" cy="1039235"/>
            <a:chOff x="2298584" y="5213339"/>
            <a:chExt cx="2042719" cy="1039235"/>
          </a:xfrm>
        </p:grpSpPr>
        <p:sp>
          <p:nvSpPr>
            <p:cNvPr id="13" name="Forma Livre: Forma 22">
              <a:extLst>
                <a:ext uri="{FF2B5EF4-FFF2-40B4-BE49-F238E27FC236}">
                  <a16:creationId xmlns:a16="http://schemas.microsoft.com/office/drawing/2014/main" id="{08AE5A9A-B010-E57D-4742-2E8C9748829A}"/>
                </a:ext>
              </a:extLst>
            </p:cNvPr>
            <p:cNvSpPr/>
            <p:nvPr/>
          </p:nvSpPr>
          <p:spPr>
            <a:xfrm>
              <a:off x="2298584" y="5213339"/>
              <a:ext cx="2042719" cy="10392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pic>
          <p:nvPicPr>
            <p:cNvPr id="19" name="Imagem 18">
              <a:extLst>
                <a:ext uri="{FF2B5EF4-FFF2-40B4-BE49-F238E27FC236}">
                  <a16:creationId xmlns:a16="http://schemas.microsoft.com/office/drawing/2014/main" id="{1AC5152E-2666-C8A6-2724-7DEED95FC0E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541141" y="5384972"/>
              <a:ext cx="1581371" cy="695967"/>
            </a:xfrm>
            <a:prstGeom prst="rect">
              <a:avLst/>
            </a:prstGeom>
          </p:spPr>
        </p:pic>
      </p:grpSp>
      <p:grpSp>
        <p:nvGrpSpPr>
          <p:cNvPr id="18" name="Agrupar 17">
            <a:extLst>
              <a:ext uri="{FF2B5EF4-FFF2-40B4-BE49-F238E27FC236}">
                <a16:creationId xmlns:a16="http://schemas.microsoft.com/office/drawing/2014/main" id="{71AB6AE0-CB8D-779E-54D0-4A171170C3F3}"/>
              </a:ext>
            </a:extLst>
          </p:cNvPr>
          <p:cNvGrpSpPr/>
          <p:nvPr/>
        </p:nvGrpSpPr>
        <p:grpSpPr>
          <a:xfrm>
            <a:off x="7471728" y="2018550"/>
            <a:ext cx="4324985" cy="4192270"/>
            <a:chOff x="7471728" y="2018550"/>
            <a:chExt cx="4324985" cy="4192270"/>
          </a:xfrm>
        </p:grpSpPr>
        <p:pic>
          <p:nvPicPr>
            <p:cNvPr id="14" name="Picture 11" descr="http://homis.com.br/img/produtos/multimetro-digital-truerms-cativ-1062-01136682697051781fdacab11.jpg">
              <a:extLst>
                <a:ext uri="{FF2B5EF4-FFF2-40B4-BE49-F238E27FC236}">
                  <a16:creationId xmlns:a16="http://schemas.microsoft.com/office/drawing/2014/main" id="{326EA3D4-3F72-5E14-B9B0-AF007FD8CA7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71728" y="3888308"/>
              <a:ext cx="2322512" cy="23225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5" name="Picture 17" descr="http://www.lcv.com.br/produtos/Gerador_de_Funcoes_Minipa_MFG_4200_2MHz_zoom.jpg">
              <a:extLst>
                <a:ext uri="{FF2B5EF4-FFF2-40B4-BE49-F238E27FC236}">
                  <a16:creationId xmlns:a16="http://schemas.microsoft.com/office/drawing/2014/main" id="{1FF48109-769E-7FC0-F2CE-568E25057E8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491345" y="4211509"/>
              <a:ext cx="1978025" cy="16538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6" name="Picture 19" descr="http://homis.com.br/img/produtos/Osciloscopio_GDS-3152_150mhz-011367606802518406120adcf.jpg">
              <a:extLst>
                <a:ext uri="{FF2B5EF4-FFF2-40B4-BE49-F238E27FC236}">
                  <a16:creationId xmlns:a16="http://schemas.microsoft.com/office/drawing/2014/main" id="{60D9DB62-C861-1762-9A40-9578131D23C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18688" y="2618625"/>
              <a:ext cx="1978025" cy="1978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7" name="Picture 21" descr="http://homis.com.br/img/produtos/Osciloscopio_GDS-1052-U_50mhz-0113686466315193e3e7d3ff2.jpg">
              <a:extLst>
                <a:ext uri="{FF2B5EF4-FFF2-40B4-BE49-F238E27FC236}">
                  <a16:creationId xmlns:a16="http://schemas.microsoft.com/office/drawing/2014/main" id="{B4DF7C2F-138A-5C39-AEA3-CA8CA1D0CA5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91463" y="2018550"/>
              <a:ext cx="1978025" cy="1978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2241347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FEF4ED-7BC9-0C66-AA4F-B971E437A0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Agrupar 1">
            <a:extLst>
              <a:ext uri="{FF2B5EF4-FFF2-40B4-BE49-F238E27FC236}">
                <a16:creationId xmlns:a16="http://schemas.microsoft.com/office/drawing/2014/main" id="{78A51021-7F78-33AE-11AA-823DE794842E}"/>
              </a:ext>
            </a:extLst>
          </p:cNvPr>
          <p:cNvGrpSpPr/>
          <p:nvPr/>
        </p:nvGrpSpPr>
        <p:grpSpPr>
          <a:xfrm>
            <a:off x="-36576" y="-18288"/>
            <a:ext cx="1810512" cy="1812000"/>
            <a:chOff x="-36576" y="-18288"/>
            <a:chExt cx="3268916" cy="3271602"/>
          </a:xfrm>
        </p:grpSpPr>
        <p:sp>
          <p:nvSpPr>
            <p:cNvPr id="3" name="Forma Livre: Forma 2">
              <a:extLst>
                <a:ext uri="{FF2B5EF4-FFF2-40B4-BE49-F238E27FC236}">
                  <a16:creationId xmlns:a16="http://schemas.microsoft.com/office/drawing/2014/main" id="{EA92B127-C83E-5D1D-E946-4CE31614E4A9}"/>
                </a:ext>
              </a:extLst>
            </p:cNvPr>
            <p:cNvSpPr/>
            <p:nvPr/>
          </p:nvSpPr>
          <p:spPr>
            <a:xfrm>
              <a:off x="-36576" y="-18288"/>
              <a:ext cx="3268916" cy="3271602"/>
            </a:xfrm>
            <a:custGeom>
              <a:avLst/>
              <a:gdLst>
                <a:gd name="connsiteX0" fmla="*/ 2450802 w 3268916"/>
                <a:gd name="connsiteY0" fmla="*/ 0 h 3271602"/>
                <a:gd name="connsiteX1" fmla="*/ 3154168 w 3268916"/>
                <a:gd name="connsiteY1" fmla="*/ 0 h 3271602"/>
                <a:gd name="connsiteX2" fmla="*/ 3155777 w 3268916"/>
                <a:gd name="connsiteY2" fmla="*/ 4392 h 3271602"/>
                <a:gd name="connsiteX3" fmla="*/ 3268916 w 3268916"/>
                <a:gd name="connsiteY3" fmla="*/ 751602 h 3271602"/>
                <a:gd name="connsiteX4" fmla="*/ 748913 w 3268916"/>
                <a:gd name="connsiteY4" fmla="*/ 3271602 h 3271602"/>
                <a:gd name="connsiteX5" fmla="*/ 240523 w 3268916"/>
                <a:gd name="connsiteY5" fmla="*/ 3218443 h 3271602"/>
                <a:gd name="connsiteX6" fmla="*/ 0 w 3268916"/>
                <a:gd name="connsiteY6" fmla="*/ 3155922 h 3271602"/>
                <a:gd name="connsiteX7" fmla="*/ 0 w 3268916"/>
                <a:gd name="connsiteY7" fmla="*/ 2447446 h 3271602"/>
                <a:gd name="connsiteX8" fmla="*/ 23024 w 3268916"/>
                <a:gd name="connsiteY8" fmla="*/ 2458527 h 3271602"/>
                <a:gd name="connsiteX9" fmla="*/ 748913 w 3268916"/>
                <a:gd name="connsiteY9" fmla="*/ 2606691 h 3271602"/>
                <a:gd name="connsiteX10" fmla="*/ 2612319 w 3268916"/>
                <a:gd name="connsiteY10" fmla="*/ 751603 h 3271602"/>
                <a:gd name="connsiteX11" fmla="*/ 2466072 w 3268916"/>
                <a:gd name="connsiteY11" fmla="*/ 31524 h 3271602"/>
                <a:gd name="connsiteX12" fmla="*/ 2450802 w 3268916"/>
                <a:gd name="connsiteY12" fmla="*/ 0 h 32716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268916" h="3271602">
                  <a:moveTo>
                    <a:pt x="2450802" y="0"/>
                  </a:moveTo>
                  <a:lnTo>
                    <a:pt x="3154168" y="0"/>
                  </a:lnTo>
                  <a:lnTo>
                    <a:pt x="3155777" y="4392"/>
                  </a:lnTo>
                  <a:cubicBezTo>
                    <a:pt x="3229315" y="240512"/>
                    <a:pt x="3268916" y="491470"/>
                    <a:pt x="3268916" y="751602"/>
                  </a:cubicBezTo>
                  <a:cubicBezTo>
                    <a:pt x="3268916" y="2138972"/>
                    <a:pt x="2142490" y="3265395"/>
                    <a:pt x="748913" y="3271602"/>
                  </a:cubicBezTo>
                  <a:cubicBezTo>
                    <a:pt x="574716" y="3270826"/>
                    <a:pt x="404693" y="3252547"/>
                    <a:pt x="240523" y="3218443"/>
                  </a:cubicBezTo>
                  <a:lnTo>
                    <a:pt x="0" y="3155922"/>
                  </a:lnTo>
                  <a:lnTo>
                    <a:pt x="0" y="2447446"/>
                  </a:lnTo>
                  <a:lnTo>
                    <a:pt x="23024" y="2458527"/>
                  </a:lnTo>
                  <a:cubicBezTo>
                    <a:pt x="246022" y="2552866"/>
                    <a:pt x="491294" y="2605549"/>
                    <a:pt x="748913" y="2606691"/>
                  </a:cubicBezTo>
                  <a:cubicBezTo>
                    <a:pt x="1779387" y="2602122"/>
                    <a:pt x="2612319" y="1772910"/>
                    <a:pt x="2612319" y="751603"/>
                  </a:cubicBezTo>
                  <a:cubicBezTo>
                    <a:pt x="2612319" y="496276"/>
                    <a:pt x="2560261" y="252955"/>
                    <a:pt x="2466072" y="31524"/>
                  </a:cubicBezTo>
                  <a:lnTo>
                    <a:pt x="2450802" y="0"/>
                  </a:lnTo>
                  <a:close/>
                </a:path>
              </a:pathLst>
            </a:custGeom>
            <a:noFill/>
            <a:ln w="38100">
              <a:solidFill>
                <a:srgbClr val="005EA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pt-BR"/>
            </a:p>
          </p:txBody>
        </p:sp>
        <p:sp>
          <p:nvSpPr>
            <p:cNvPr id="6" name="Forma Livre: Forma 5">
              <a:extLst>
                <a:ext uri="{FF2B5EF4-FFF2-40B4-BE49-F238E27FC236}">
                  <a16:creationId xmlns:a16="http://schemas.microsoft.com/office/drawing/2014/main" id="{5DEAAB2E-446E-C0E7-2633-DE022AECDFBB}"/>
                </a:ext>
              </a:extLst>
            </p:cNvPr>
            <p:cNvSpPr/>
            <p:nvPr/>
          </p:nvSpPr>
          <p:spPr>
            <a:xfrm>
              <a:off x="-36575" y="-18288"/>
              <a:ext cx="2612319" cy="2606691"/>
            </a:xfrm>
            <a:custGeom>
              <a:avLst/>
              <a:gdLst>
                <a:gd name="connsiteX0" fmla="*/ 0 w 2612319"/>
                <a:gd name="connsiteY0" fmla="*/ 0 h 2606691"/>
                <a:gd name="connsiteX1" fmla="*/ 2450802 w 2612319"/>
                <a:gd name="connsiteY1" fmla="*/ 0 h 2606691"/>
                <a:gd name="connsiteX2" fmla="*/ 2466072 w 2612319"/>
                <a:gd name="connsiteY2" fmla="*/ 31524 h 2606691"/>
                <a:gd name="connsiteX3" fmla="*/ 2612319 w 2612319"/>
                <a:gd name="connsiteY3" fmla="*/ 751603 h 2606691"/>
                <a:gd name="connsiteX4" fmla="*/ 748913 w 2612319"/>
                <a:gd name="connsiteY4" fmla="*/ 2606691 h 2606691"/>
                <a:gd name="connsiteX5" fmla="*/ 23024 w 2612319"/>
                <a:gd name="connsiteY5" fmla="*/ 2458527 h 2606691"/>
                <a:gd name="connsiteX6" fmla="*/ 0 w 2612319"/>
                <a:gd name="connsiteY6" fmla="*/ 2447446 h 2606691"/>
                <a:gd name="connsiteX7" fmla="*/ 0 w 2612319"/>
                <a:gd name="connsiteY7" fmla="*/ 0 h 2606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612319" h="2606691">
                  <a:moveTo>
                    <a:pt x="0" y="0"/>
                  </a:moveTo>
                  <a:lnTo>
                    <a:pt x="2450802" y="0"/>
                  </a:lnTo>
                  <a:lnTo>
                    <a:pt x="2466072" y="31524"/>
                  </a:lnTo>
                  <a:cubicBezTo>
                    <a:pt x="2560261" y="252955"/>
                    <a:pt x="2612319" y="496276"/>
                    <a:pt x="2612319" y="751603"/>
                  </a:cubicBezTo>
                  <a:cubicBezTo>
                    <a:pt x="2612319" y="1772910"/>
                    <a:pt x="1779387" y="2602122"/>
                    <a:pt x="748913" y="2606691"/>
                  </a:cubicBezTo>
                  <a:cubicBezTo>
                    <a:pt x="491294" y="2605549"/>
                    <a:pt x="246022" y="2552866"/>
                    <a:pt x="23024" y="2458527"/>
                  </a:cubicBezTo>
                  <a:lnTo>
                    <a:pt x="0" y="24474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5EA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pt-BR"/>
            </a:p>
          </p:txBody>
        </p:sp>
      </p:grpSp>
      <p:sp>
        <p:nvSpPr>
          <p:cNvPr id="9" name="Retângulo 8">
            <a:extLst>
              <a:ext uri="{FF2B5EF4-FFF2-40B4-BE49-F238E27FC236}">
                <a16:creationId xmlns:a16="http://schemas.microsoft.com/office/drawing/2014/main" id="{AE9A7F51-BC9C-E135-18C0-5D3A2BCBFAEE}"/>
              </a:ext>
            </a:extLst>
          </p:cNvPr>
          <p:cNvSpPr/>
          <p:nvPr/>
        </p:nvSpPr>
        <p:spPr>
          <a:xfrm>
            <a:off x="1866694" y="0"/>
            <a:ext cx="4497530" cy="14874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733" b="0" i="0" u="none" strike="noStrike" kern="1200" cap="none" spc="300" normalizeH="0" baseline="0" noProof="0" dirty="0">
                <a:ln>
                  <a:noFill/>
                </a:ln>
                <a:solidFill>
                  <a:srgbClr val="005EA9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  <a:sym typeface="Arial"/>
              </a:rPr>
              <a:t>Nossa</a:t>
            </a:r>
          </a:p>
          <a:p>
            <a:pPr marL="0" marR="0" lvl="0" indent="0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5333" b="1" i="0" u="none" strike="noStrike" kern="1200" cap="none" spc="300" normalizeH="0" baseline="0" noProof="0" dirty="0">
                <a:ln>
                  <a:noFill/>
                </a:ln>
                <a:solidFill>
                  <a:srgbClr val="005EA9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  <a:sym typeface="Arial"/>
              </a:rPr>
              <a:t>EMENTA</a:t>
            </a:r>
          </a:p>
        </p:txBody>
      </p:sp>
      <p:pic>
        <p:nvPicPr>
          <p:cNvPr id="4" name="Imagem 3" descr="Desenho com traços pretos em fundo branco e letras pretas&#10;&#10;O conteúdo gerado por IA pode estar incorreto.">
            <a:extLst>
              <a:ext uri="{FF2B5EF4-FFF2-40B4-BE49-F238E27FC236}">
                <a16:creationId xmlns:a16="http://schemas.microsoft.com/office/drawing/2014/main" id="{74803FE0-7213-FB7B-9E6D-F93B6A25A2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5060" y="6104261"/>
            <a:ext cx="1464457" cy="644361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DF336D92-0859-1A11-6EE2-4163137D6C18}"/>
              </a:ext>
            </a:extLst>
          </p:cNvPr>
          <p:cNvSpPr txBox="1"/>
          <p:nvPr/>
        </p:nvSpPr>
        <p:spPr>
          <a:xfrm>
            <a:off x="777767" y="1850696"/>
            <a:ext cx="1107790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>
              <a:defRPr/>
            </a:pPr>
            <a:r>
              <a:rPr lang="pt-BR" sz="2400" dirty="0">
                <a:solidFill>
                  <a:srgbClr val="000000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Em consonância com a </a:t>
            </a:r>
            <a:r>
              <a:rPr lang="pt-BR" sz="2400" dirty="0">
                <a:solidFill>
                  <a:srgbClr val="00B050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Ementa</a:t>
            </a:r>
            <a:r>
              <a:rPr lang="pt-BR" sz="2400" dirty="0">
                <a:solidFill>
                  <a:srgbClr val="000000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 desta componente curricular, o conteúdo do curso abordará os seguintes temas:</a:t>
            </a:r>
          </a:p>
        </p:txBody>
      </p:sp>
      <p:sp>
        <p:nvSpPr>
          <p:cNvPr id="7" name="Text Box 2">
            <a:extLst>
              <a:ext uri="{FF2B5EF4-FFF2-40B4-BE49-F238E27FC236}">
                <a16:creationId xmlns:a16="http://schemas.microsoft.com/office/drawing/2014/main" id="{9200910D-649E-45DC-26CF-D50D073FD8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77775" y="5628563"/>
            <a:ext cx="4752975" cy="534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1pPr>
            <a:lvl2pPr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2pPr>
            <a:lvl3pPr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3pPr>
            <a:lvl4pPr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4pPr>
            <a:lvl5pPr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9pPr>
          </a:lstStyle>
          <a:p>
            <a:pPr algn="ctr">
              <a:spcBef>
                <a:spcPts val="350"/>
              </a:spcBef>
              <a:buSzPct val="100000"/>
            </a:pPr>
            <a:r>
              <a:rPr lang="pt-BR" altLang="pt-BR" sz="1400" b="1" dirty="0">
                <a:solidFill>
                  <a:schemeClr val="tx1"/>
                </a:solidFill>
              </a:rPr>
              <a:t>Experimentos com Dispositivos Semicondutores: Diodos, TBJ e </a:t>
            </a:r>
            <a:r>
              <a:rPr lang="pt-BR" altLang="pt-BR" sz="1400" b="1" dirty="0" err="1">
                <a:solidFill>
                  <a:schemeClr val="tx1"/>
                </a:solidFill>
              </a:rPr>
              <a:t>FETs</a:t>
            </a:r>
            <a:r>
              <a:rPr lang="pt-BR" altLang="pt-BR" sz="1400" b="1" dirty="0">
                <a:solidFill>
                  <a:schemeClr val="tx1"/>
                </a:solidFill>
              </a:rPr>
              <a:t>.</a:t>
            </a:r>
          </a:p>
        </p:txBody>
      </p:sp>
      <p:pic>
        <p:nvPicPr>
          <p:cNvPr id="10" name="Picture 2" descr="Saiba Quando usar um Diodo de Silício ou Germânio">
            <a:extLst>
              <a:ext uri="{FF2B5EF4-FFF2-40B4-BE49-F238E27FC236}">
                <a16:creationId xmlns:a16="http://schemas.microsoft.com/office/drawing/2014/main" id="{4B72A5C9-A575-471A-B18A-4F4B6182CA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8750" y="2672638"/>
            <a:ext cx="4227512" cy="260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4" descr="Caixa de Diodo Schottky Barrier 1N5822 3A 40V (1250 unidades) - Allnetsys  Componentes Eletrônicos">
            <a:extLst>
              <a:ext uri="{FF2B5EF4-FFF2-40B4-BE49-F238E27FC236}">
                <a16:creationId xmlns:a16="http://schemas.microsoft.com/office/drawing/2014/main" id="{9D60D93B-6E09-1810-4466-3921CCAA42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CFAFB"/>
              </a:clrFrom>
              <a:clrTo>
                <a:srgbClr val="FCFAFB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5537" y="3607675"/>
            <a:ext cx="1547813" cy="1652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Imagem 1">
            <a:extLst>
              <a:ext uri="{FF2B5EF4-FFF2-40B4-BE49-F238E27FC236}">
                <a16:creationId xmlns:a16="http://schemas.microsoft.com/office/drawing/2014/main" id="{B77D9FD2-5B38-EB2F-4A67-3B683F68B074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0575" y="2626600"/>
            <a:ext cx="3802062" cy="154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Imagem 6">
            <a:extLst>
              <a:ext uri="{FF2B5EF4-FFF2-40B4-BE49-F238E27FC236}">
                <a16:creationId xmlns:a16="http://schemas.microsoft.com/office/drawing/2014/main" id="{E98C49FD-9A2D-CF66-E3A5-80D23156976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3625" y="4245932"/>
            <a:ext cx="1427620" cy="18847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Imagem 7">
            <a:extLst>
              <a:ext uri="{FF2B5EF4-FFF2-40B4-BE49-F238E27FC236}">
                <a16:creationId xmlns:a16="http://schemas.microsoft.com/office/drawing/2014/main" id="{5E6D24F9-46C6-9830-CA48-3FB3BBBE49E5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118" y="3420387"/>
            <a:ext cx="2028107" cy="19716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8" name="Agrupar 7">
            <a:extLst>
              <a:ext uri="{FF2B5EF4-FFF2-40B4-BE49-F238E27FC236}">
                <a16:creationId xmlns:a16="http://schemas.microsoft.com/office/drawing/2014/main" id="{A8CCB895-9C05-2037-92E2-ED4F658CC1AA}"/>
              </a:ext>
            </a:extLst>
          </p:cNvPr>
          <p:cNvGrpSpPr/>
          <p:nvPr/>
        </p:nvGrpSpPr>
        <p:grpSpPr>
          <a:xfrm>
            <a:off x="10065736" y="5709387"/>
            <a:ext cx="2042719" cy="1039235"/>
            <a:chOff x="2298584" y="5213339"/>
            <a:chExt cx="2042719" cy="1039235"/>
          </a:xfrm>
        </p:grpSpPr>
        <p:sp>
          <p:nvSpPr>
            <p:cNvPr id="15" name="Forma Livre: Forma 22">
              <a:extLst>
                <a:ext uri="{FF2B5EF4-FFF2-40B4-BE49-F238E27FC236}">
                  <a16:creationId xmlns:a16="http://schemas.microsoft.com/office/drawing/2014/main" id="{B6139FF7-100A-26C8-9F6F-F545C466976B}"/>
                </a:ext>
              </a:extLst>
            </p:cNvPr>
            <p:cNvSpPr/>
            <p:nvPr/>
          </p:nvSpPr>
          <p:spPr>
            <a:xfrm>
              <a:off x="2298584" y="5213339"/>
              <a:ext cx="2042719" cy="10392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pic>
          <p:nvPicPr>
            <p:cNvPr id="16" name="Imagem 15">
              <a:extLst>
                <a:ext uri="{FF2B5EF4-FFF2-40B4-BE49-F238E27FC236}">
                  <a16:creationId xmlns:a16="http://schemas.microsoft.com/office/drawing/2014/main" id="{A5C28E8B-7D91-AD9D-D756-7C7429F1E04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541141" y="5384972"/>
              <a:ext cx="1581371" cy="69596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545117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DA124A-DAC5-82B5-6D55-F0E6CA019C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Agrupar 1">
            <a:extLst>
              <a:ext uri="{FF2B5EF4-FFF2-40B4-BE49-F238E27FC236}">
                <a16:creationId xmlns:a16="http://schemas.microsoft.com/office/drawing/2014/main" id="{95AD00FB-13BE-F1B1-077E-D6EA30F67361}"/>
              </a:ext>
            </a:extLst>
          </p:cNvPr>
          <p:cNvGrpSpPr/>
          <p:nvPr/>
        </p:nvGrpSpPr>
        <p:grpSpPr>
          <a:xfrm>
            <a:off x="-36576" y="-18288"/>
            <a:ext cx="1810512" cy="1812000"/>
            <a:chOff x="-36576" y="-18288"/>
            <a:chExt cx="3268916" cy="3271602"/>
          </a:xfrm>
        </p:grpSpPr>
        <p:sp>
          <p:nvSpPr>
            <p:cNvPr id="3" name="Forma Livre: Forma 2">
              <a:extLst>
                <a:ext uri="{FF2B5EF4-FFF2-40B4-BE49-F238E27FC236}">
                  <a16:creationId xmlns:a16="http://schemas.microsoft.com/office/drawing/2014/main" id="{67786EEF-D8A4-01F7-C59E-616E39E8D3DE}"/>
                </a:ext>
              </a:extLst>
            </p:cNvPr>
            <p:cNvSpPr/>
            <p:nvPr/>
          </p:nvSpPr>
          <p:spPr>
            <a:xfrm>
              <a:off x="-36576" y="-18288"/>
              <a:ext cx="3268916" cy="3271602"/>
            </a:xfrm>
            <a:custGeom>
              <a:avLst/>
              <a:gdLst>
                <a:gd name="connsiteX0" fmla="*/ 2450802 w 3268916"/>
                <a:gd name="connsiteY0" fmla="*/ 0 h 3271602"/>
                <a:gd name="connsiteX1" fmla="*/ 3154168 w 3268916"/>
                <a:gd name="connsiteY1" fmla="*/ 0 h 3271602"/>
                <a:gd name="connsiteX2" fmla="*/ 3155777 w 3268916"/>
                <a:gd name="connsiteY2" fmla="*/ 4392 h 3271602"/>
                <a:gd name="connsiteX3" fmla="*/ 3268916 w 3268916"/>
                <a:gd name="connsiteY3" fmla="*/ 751602 h 3271602"/>
                <a:gd name="connsiteX4" fmla="*/ 748913 w 3268916"/>
                <a:gd name="connsiteY4" fmla="*/ 3271602 h 3271602"/>
                <a:gd name="connsiteX5" fmla="*/ 240523 w 3268916"/>
                <a:gd name="connsiteY5" fmla="*/ 3218443 h 3271602"/>
                <a:gd name="connsiteX6" fmla="*/ 0 w 3268916"/>
                <a:gd name="connsiteY6" fmla="*/ 3155922 h 3271602"/>
                <a:gd name="connsiteX7" fmla="*/ 0 w 3268916"/>
                <a:gd name="connsiteY7" fmla="*/ 2447446 h 3271602"/>
                <a:gd name="connsiteX8" fmla="*/ 23024 w 3268916"/>
                <a:gd name="connsiteY8" fmla="*/ 2458527 h 3271602"/>
                <a:gd name="connsiteX9" fmla="*/ 748913 w 3268916"/>
                <a:gd name="connsiteY9" fmla="*/ 2606691 h 3271602"/>
                <a:gd name="connsiteX10" fmla="*/ 2612319 w 3268916"/>
                <a:gd name="connsiteY10" fmla="*/ 751603 h 3271602"/>
                <a:gd name="connsiteX11" fmla="*/ 2466072 w 3268916"/>
                <a:gd name="connsiteY11" fmla="*/ 31524 h 3271602"/>
                <a:gd name="connsiteX12" fmla="*/ 2450802 w 3268916"/>
                <a:gd name="connsiteY12" fmla="*/ 0 h 32716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268916" h="3271602">
                  <a:moveTo>
                    <a:pt x="2450802" y="0"/>
                  </a:moveTo>
                  <a:lnTo>
                    <a:pt x="3154168" y="0"/>
                  </a:lnTo>
                  <a:lnTo>
                    <a:pt x="3155777" y="4392"/>
                  </a:lnTo>
                  <a:cubicBezTo>
                    <a:pt x="3229315" y="240512"/>
                    <a:pt x="3268916" y="491470"/>
                    <a:pt x="3268916" y="751602"/>
                  </a:cubicBezTo>
                  <a:cubicBezTo>
                    <a:pt x="3268916" y="2138972"/>
                    <a:pt x="2142490" y="3265395"/>
                    <a:pt x="748913" y="3271602"/>
                  </a:cubicBezTo>
                  <a:cubicBezTo>
                    <a:pt x="574716" y="3270826"/>
                    <a:pt x="404693" y="3252547"/>
                    <a:pt x="240523" y="3218443"/>
                  </a:cubicBezTo>
                  <a:lnTo>
                    <a:pt x="0" y="3155922"/>
                  </a:lnTo>
                  <a:lnTo>
                    <a:pt x="0" y="2447446"/>
                  </a:lnTo>
                  <a:lnTo>
                    <a:pt x="23024" y="2458527"/>
                  </a:lnTo>
                  <a:cubicBezTo>
                    <a:pt x="246022" y="2552866"/>
                    <a:pt x="491294" y="2605549"/>
                    <a:pt x="748913" y="2606691"/>
                  </a:cubicBezTo>
                  <a:cubicBezTo>
                    <a:pt x="1779387" y="2602122"/>
                    <a:pt x="2612319" y="1772910"/>
                    <a:pt x="2612319" y="751603"/>
                  </a:cubicBezTo>
                  <a:cubicBezTo>
                    <a:pt x="2612319" y="496276"/>
                    <a:pt x="2560261" y="252955"/>
                    <a:pt x="2466072" y="31524"/>
                  </a:cubicBezTo>
                  <a:lnTo>
                    <a:pt x="2450802" y="0"/>
                  </a:lnTo>
                  <a:close/>
                </a:path>
              </a:pathLst>
            </a:custGeom>
            <a:noFill/>
            <a:ln w="38100">
              <a:solidFill>
                <a:srgbClr val="005EA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pt-BR"/>
            </a:p>
          </p:txBody>
        </p:sp>
        <p:sp>
          <p:nvSpPr>
            <p:cNvPr id="6" name="Forma Livre: Forma 5">
              <a:extLst>
                <a:ext uri="{FF2B5EF4-FFF2-40B4-BE49-F238E27FC236}">
                  <a16:creationId xmlns:a16="http://schemas.microsoft.com/office/drawing/2014/main" id="{469E5658-B831-5945-A510-32972CCB21E2}"/>
                </a:ext>
              </a:extLst>
            </p:cNvPr>
            <p:cNvSpPr/>
            <p:nvPr/>
          </p:nvSpPr>
          <p:spPr>
            <a:xfrm>
              <a:off x="-36575" y="-18288"/>
              <a:ext cx="2612319" cy="2606691"/>
            </a:xfrm>
            <a:custGeom>
              <a:avLst/>
              <a:gdLst>
                <a:gd name="connsiteX0" fmla="*/ 0 w 2612319"/>
                <a:gd name="connsiteY0" fmla="*/ 0 h 2606691"/>
                <a:gd name="connsiteX1" fmla="*/ 2450802 w 2612319"/>
                <a:gd name="connsiteY1" fmla="*/ 0 h 2606691"/>
                <a:gd name="connsiteX2" fmla="*/ 2466072 w 2612319"/>
                <a:gd name="connsiteY2" fmla="*/ 31524 h 2606691"/>
                <a:gd name="connsiteX3" fmla="*/ 2612319 w 2612319"/>
                <a:gd name="connsiteY3" fmla="*/ 751603 h 2606691"/>
                <a:gd name="connsiteX4" fmla="*/ 748913 w 2612319"/>
                <a:gd name="connsiteY4" fmla="*/ 2606691 h 2606691"/>
                <a:gd name="connsiteX5" fmla="*/ 23024 w 2612319"/>
                <a:gd name="connsiteY5" fmla="*/ 2458527 h 2606691"/>
                <a:gd name="connsiteX6" fmla="*/ 0 w 2612319"/>
                <a:gd name="connsiteY6" fmla="*/ 2447446 h 2606691"/>
                <a:gd name="connsiteX7" fmla="*/ 0 w 2612319"/>
                <a:gd name="connsiteY7" fmla="*/ 0 h 2606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612319" h="2606691">
                  <a:moveTo>
                    <a:pt x="0" y="0"/>
                  </a:moveTo>
                  <a:lnTo>
                    <a:pt x="2450802" y="0"/>
                  </a:lnTo>
                  <a:lnTo>
                    <a:pt x="2466072" y="31524"/>
                  </a:lnTo>
                  <a:cubicBezTo>
                    <a:pt x="2560261" y="252955"/>
                    <a:pt x="2612319" y="496276"/>
                    <a:pt x="2612319" y="751603"/>
                  </a:cubicBezTo>
                  <a:cubicBezTo>
                    <a:pt x="2612319" y="1772910"/>
                    <a:pt x="1779387" y="2602122"/>
                    <a:pt x="748913" y="2606691"/>
                  </a:cubicBezTo>
                  <a:cubicBezTo>
                    <a:pt x="491294" y="2605549"/>
                    <a:pt x="246022" y="2552866"/>
                    <a:pt x="23024" y="2458527"/>
                  </a:cubicBezTo>
                  <a:lnTo>
                    <a:pt x="0" y="24474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5EA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pt-BR"/>
            </a:p>
          </p:txBody>
        </p:sp>
      </p:grpSp>
      <p:sp>
        <p:nvSpPr>
          <p:cNvPr id="9" name="Retângulo 8">
            <a:extLst>
              <a:ext uri="{FF2B5EF4-FFF2-40B4-BE49-F238E27FC236}">
                <a16:creationId xmlns:a16="http://schemas.microsoft.com/office/drawing/2014/main" id="{2EFF94C2-B2C7-0E33-2C1A-4F937547E9D2}"/>
              </a:ext>
            </a:extLst>
          </p:cNvPr>
          <p:cNvSpPr/>
          <p:nvPr/>
        </p:nvSpPr>
        <p:spPr>
          <a:xfrm>
            <a:off x="1866694" y="0"/>
            <a:ext cx="4497530" cy="14874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733" b="0" i="0" u="none" strike="noStrike" kern="1200" cap="none" spc="300" normalizeH="0" baseline="0" noProof="0" dirty="0">
                <a:ln>
                  <a:noFill/>
                </a:ln>
                <a:solidFill>
                  <a:srgbClr val="005EA9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  <a:sym typeface="Arial"/>
              </a:rPr>
              <a:t>Nossa</a:t>
            </a:r>
          </a:p>
          <a:p>
            <a:pPr marL="0" marR="0" lvl="0" indent="0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5333" b="1" i="0" u="none" strike="noStrike" kern="1200" cap="none" spc="300" normalizeH="0" baseline="0" noProof="0" dirty="0">
                <a:ln>
                  <a:noFill/>
                </a:ln>
                <a:solidFill>
                  <a:srgbClr val="005EA9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  <a:sym typeface="Arial"/>
              </a:rPr>
              <a:t>EMENTA</a:t>
            </a:r>
          </a:p>
        </p:txBody>
      </p:sp>
      <p:pic>
        <p:nvPicPr>
          <p:cNvPr id="10" name="Imagem 9" descr="Desenho com traços pretos em fundo branco e letras pretas&#10;&#10;O conteúdo gerado por IA pode estar incorreto.">
            <a:extLst>
              <a:ext uri="{FF2B5EF4-FFF2-40B4-BE49-F238E27FC236}">
                <a16:creationId xmlns:a16="http://schemas.microsoft.com/office/drawing/2014/main" id="{F6F656DF-FCFA-FD3C-0A3A-61E4FBB365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5060" y="6104261"/>
            <a:ext cx="1464457" cy="644361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E6B664C2-E5FD-2BA5-ABD1-0D8719D52586}"/>
              </a:ext>
            </a:extLst>
          </p:cNvPr>
          <p:cNvSpPr txBox="1"/>
          <p:nvPr/>
        </p:nvSpPr>
        <p:spPr>
          <a:xfrm>
            <a:off x="777767" y="1850696"/>
            <a:ext cx="1107790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>
              <a:defRPr/>
            </a:pPr>
            <a:r>
              <a:rPr lang="pt-BR" sz="2400" dirty="0">
                <a:solidFill>
                  <a:srgbClr val="000000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Em consonância com a </a:t>
            </a:r>
            <a:r>
              <a:rPr lang="pt-BR" sz="2400" dirty="0">
                <a:solidFill>
                  <a:srgbClr val="00B050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Ementa</a:t>
            </a:r>
            <a:r>
              <a:rPr lang="pt-BR" sz="2400" dirty="0">
                <a:solidFill>
                  <a:srgbClr val="000000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 desta componente curricular, o conteúdo do curso abordará os seguintes temas:</a:t>
            </a:r>
          </a:p>
        </p:txBody>
      </p:sp>
      <p:sp>
        <p:nvSpPr>
          <p:cNvPr id="12" name="Text Box 2">
            <a:extLst>
              <a:ext uri="{FF2B5EF4-FFF2-40B4-BE49-F238E27FC236}">
                <a16:creationId xmlns:a16="http://schemas.microsoft.com/office/drawing/2014/main" id="{4C9FFE59-33BA-4F5C-8883-227FA5E60A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09001" y="5533971"/>
            <a:ext cx="4752975" cy="534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1pPr>
            <a:lvl2pPr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2pPr>
            <a:lvl3pPr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3pPr>
            <a:lvl4pPr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4pPr>
            <a:lvl5pPr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9pPr>
          </a:lstStyle>
          <a:p>
            <a:pPr algn="ctr">
              <a:spcBef>
                <a:spcPts val="350"/>
              </a:spcBef>
              <a:buSzPct val="100000"/>
            </a:pPr>
            <a:r>
              <a:rPr lang="pt-BR" altLang="pt-BR" sz="1400" b="1" dirty="0">
                <a:solidFill>
                  <a:schemeClr val="tx1"/>
                </a:solidFill>
              </a:rPr>
              <a:t>Experimentos com Amplificadores Operacionais (AMP-OP).</a:t>
            </a:r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CF7264D3-F66C-4F2A-71EC-B7149F6054E9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1720" y="3841733"/>
            <a:ext cx="2409825" cy="1658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" name="Imagem 16">
            <a:extLst>
              <a:ext uri="{FF2B5EF4-FFF2-40B4-BE49-F238E27FC236}">
                <a16:creationId xmlns:a16="http://schemas.microsoft.com/office/drawing/2014/main" id="{6CAD217F-65E2-1346-6B6D-449E7F6DB73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6495" y="2803507"/>
            <a:ext cx="2230437" cy="1658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" name="Imagem 3">
            <a:extLst>
              <a:ext uri="{FF2B5EF4-FFF2-40B4-BE49-F238E27FC236}">
                <a16:creationId xmlns:a16="http://schemas.microsoft.com/office/drawing/2014/main" id="{B80196B7-B908-6CA6-49BD-45B42AA24294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2420" y="3895789"/>
            <a:ext cx="2647950" cy="176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" name="Imagem 4">
            <a:extLst>
              <a:ext uri="{FF2B5EF4-FFF2-40B4-BE49-F238E27FC236}">
                <a16:creationId xmlns:a16="http://schemas.microsoft.com/office/drawing/2014/main" id="{1DAC4281-6CFC-ED46-B890-6604D618CA04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1720" y="2774932"/>
            <a:ext cx="2308225" cy="1233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" name="Imagem 6">
            <a:extLst>
              <a:ext uri="{FF2B5EF4-FFF2-40B4-BE49-F238E27FC236}">
                <a16:creationId xmlns:a16="http://schemas.microsoft.com/office/drawing/2014/main" id="{90C5FEE3-DFD4-4BBF-F089-A3DC7C350E02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5020" y="2665394"/>
            <a:ext cx="2124075" cy="163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Agrupar 3">
            <a:extLst>
              <a:ext uri="{FF2B5EF4-FFF2-40B4-BE49-F238E27FC236}">
                <a16:creationId xmlns:a16="http://schemas.microsoft.com/office/drawing/2014/main" id="{F5B58360-BC07-1AB4-CB33-3545CF76CD4D}"/>
              </a:ext>
            </a:extLst>
          </p:cNvPr>
          <p:cNvGrpSpPr/>
          <p:nvPr/>
        </p:nvGrpSpPr>
        <p:grpSpPr>
          <a:xfrm>
            <a:off x="10065736" y="5709387"/>
            <a:ext cx="2042719" cy="1039235"/>
            <a:chOff x="2298584" y="5213339"/>
            <a:chExt cx="2042719" cy="1039235"/>
          </a:xfrm>
        </p:grpSpPr>
        <p:sp>
          <p:nvSpPr>
            <p:cNvPr id="5" name="Forma Livre: Forma 22">
              <a:extLst>
                <a:ext uri="{FF2B5EF4-FFF2-40B4-BE49-F238E27FC236}">
                  <a16:creationId xmlns:a16="http://schemas.microsoft.com/office/drawing/2014/main" id="{29429548-B4C0-CF49-4AD6-F02B2E90740F}"/>
                </a:ext>
              </a:extLst>
            </p:cNvPr>
            <p:cNvSpPr/>
            <p:nvPr/>
          </p:nvSpPr>
          <p:spPr>
            <a:xfrm>
              <a:off x="2298584" y="5213339"/>
              <a:ext cx="2042719" cy="10392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pic>
          <p:nvPicPr>
            <p:cNvPr id="8" name="Imagem 7">
              <a:extLst>
                <a:ext uri="{FF2B5EF4-FFF2-40B4-BE49-F238E27FC236}">
                  <a16:creationId xmlns:a16="http://schemas.microsoft.com/office/drawing/2014/main" id="{ACBBCF89-ABB5-A708-3EA5-0ADC113AC34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541141" y="5384972"/>
              <a:ext cx="1581371" cy="69596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746388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D680C8-2D2A-B6EE-2598-70E0F10B52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Agrupar 1">
            <a:extLst>
              <a:ext uri="{FF2B5EF4-FFF2-40B4-BE49-F238E27FC236}">
                <a16:creationId xmlns:a16="http://schemas.microsoft.com/office/drawing/2014/main" id="{CA725A03-9012-D8CB-D561-ED89FE71709A}"/>
              </a:ext>
            </a:extLst>
          </p:cNvPr>
          <p:cNvGrpSpPr/>
          <p:nvPr/>
        </p:nvGrpSpPr>
        <p:grpSpPr>
          <a:xfrm>
            <a:off x="-36576" y="-18288"/>
            <a:ext cx="1810512" cy="1812000"/>
            <a:chOff x="-36576" y="-18288"/>
            <a:chExt cx="3268916" cy="3271602"/>
          </a:xfrm>
        </p:grpSpPr>
        <p:sp>
          <p:nvSpPr>
            <p:cNvPr id="3" name="Forma Livre: Forma 2">
              <a:extLst>
                <a:ext uri="{FF2B5EF4-FFF2-40B4-BE49-F238E27FC236}">
                  <a16:creationId xmlns:a16="http://schemas.microsoft.com/office/drawing/2014/main" id="{270758C4-61D4-4FA3-BD00-161EC72B0691}"/>
                </a:ext>
              </a:extLst>
            </p:cNvPr>
            <p:cNvSpPr/>
            <p:nvPr/>
          </p:nvSpPr>
          <p:spPr>
            <a:xfrm>
              <a:off x="-36576" y="-18288"/>
              <a:ext cx="3268916" cy="3271602"/>
            </a:xfrm>
            <a:custGeom>
              <a:avLst/>
              <a:gdLst>
                <a:gd name="connsiteX0" fmla="*/ 2450802 w 3268916"/>
                <a:gd name="connsiteY0" fmla="*/ 0 h 3271602"/>
                <a:gd name="connsiteX1" fmla="*/ 3154168 w 3268916"/>
                <a:gd name="connsiteY1" fmla="*/ 0 h 3271602"/>
                <a:gd name="connsiteX2" fmla="*/ 3155777 w 3268916"/>
                <a:gd name="connsiteY2" fmla="*/ 4392 h 3271602"/>
                <a:gd name="connsiteX3" fmla="*/ 3268916 w 3268916"/>
                <a:gd name="connsiteY3" fmla="*/ 751602 h 3271602"/>
                <a:gd name="connsiteX4" fmla="*/ 748913 w 3268916"/>
                <a:gd name="connsiteY4" fmla="*/ 3271602 h 3271602"/>
                <a:gd name="connsiteX5" fmla="*/ 240523 w 3268916"/>
                <a:gd name="connsiteY5" fmla="*/ 3218443 h 3271602"/>
                <a:gd name="connsiteX6" fmla="*/ 0 w 3268916"/>
                <a:gd name="connsiteY6" fmla="*/ 3155922 h 3271602"/>
                <a:gd name="connsiteX7" fmla="*/ 0 w 3268916"/>
                <a:gd name="connsiteY7" fmla="*/ 2447446 h 3271602"/>
                <a:gd name="connsiteX8" fmla="*/ 23024 w 3268916"/>
                <a:gd name="connsiteY8" fmla="*/ 2458527 h 3271602"/>
                <a:gd name="connsiteX9" fmla="*/ 748913 w 3268916"/>
                <a:gd name="connsiteY9" fmla="*/ 2606691 h 3271602"/>
                <a:gd name="connsiteX10" fmla="*/ 2612319 w 3268916"/>
                <a:gd name="connsiteY10" fmla="*/ 751603 h 3271602"/>
                <a:gd name="connsiteX11" fmla="*/ 2466072 w 3268916"/>
                <a:gd name="connsiteY11" fmla="*/ 31524 h 3271602"/>
                <a:gd name="connsiteX12" fmla="*/ 2450802 w 3268916"/>
                <a:gd name="connsiteY12" fmla="*/ 0 h 32716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268916" h="3271602">
                  <a:moveTo>
                    <a:pt x="2450802" y="0"/>
                  </a:moveTo>
                  <a:lnTo>
                    <a:pt x="3154168" y="0"/>
                  </a:lnTo>
                  <a:lnTo>
                    <a:pt x="3155777" y="4392"/>
                  </a:lnTo>
                  <a:cubicBezTo>
                    <a:pt x="3229315" y="240512"/>
                    <a:pt x="3268916" y="491470"/>
                    <a:pt x="3268916" y="751602"/>
                  </a:cubicBezTo>
                  <a:cubicBezTo>
                    <a:pt x="3268916" y="2138972"/>
                    <a:pt x="2142490" y="3265395"/>
                    <a:pt x="748913" y="3271602"/>
                  </a:cubicBezTo>
                  <a:cubicBezTo>
                    <a:pt x="574716" y="3270826"/>
                    <a:pt x="404693" y="3252547"/>
                    <a:pt x="240523" y="3218443"/>
                  </a:cubicBezTo>
                  <a:lnTo>
                    <a:pt x="0" y="3155922"/>
                  </a:lnTo>
                  <a:lnTo>
                    <a:pt x="0" y="2447446"/>
                  </a:lnTo>
                  <a:lnTo>
                    <a:pt x="23024" y="2458527"/>
                  </a:lnTo>
                  <a:cubicBezTo>
                    <a:pt x="246022" y="2552866"/>
                    <a:pt x="491294" y="2605549"/>
                    <a:pt x="748913" y="2606691"/>
                  </a:cubicBezTo>
                  <a:cubicBezTo>
                    <a:pt x="1779387" y="2602122"/>
                    <a:pt x="2612319" y="1772910"/>
                    <a:pt x="2612319" y="751603"/>
                  </a:cubicBezTo>
                  <a:cubicBezTo>
                    <a:pt x="2612319" y="496276"/>
                    <a:pt x="2560261" y="252955"/>
                    <a:pt x="2466072" y="31524"/>
                  </a:cubicBezTo>
                  <a:lnTo>
                    <a:pt x="2450802" y="0"/>
                  </a:lnTo>
                  <a:close/>
                </a:path>
              </a:pathLst>
            </a:custGeom>
            <a:noFill/>
            <a:ln w="38100">
              <a:solidFill>
                <a:srgbClr val="005EA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pt-BR"/>
            </a:p>
          </p:txBody>
        </p:sp>
        <p:sp>
          <p:nvSpPr>
            <p:cNvPr id="6" name="Forma Livre: Forma 5">
              <a:extLst>
                <a:ext uri="{FF2B5EF4-FFF2-40B4-BE49-F238E27FC236}">
                  <a16:creationId xmlns:a16="http://schemas.microsoft.com/office/drawing/2014/main" id="{6EF23B76-4B39-8C78-9C1A-394C44EEF312}"/>
                </a:ext>
              </a:extLst>
            </p:cNvPr>
            <p:cNvSpPr/>
            <p:nvPr/>
          </p:nvSpPr>
          <p:spPr>
            <a:xfrm>
              <a:off x="-36575" y="-18288"/>
              <a:ext cx="2612319" cy="2606691"/>
            </a:xfrm>
            <a:custGeom>
              <a:avLst/>
              <a:gdLst>
                <a:gd name="connsiteX0" fmla="*/ 0 w 2612319"/>
                <a:gd name="connsiteY0" fmla="*/ 0 h 2606691"/>
                <a:gd name="connsiteX1" fmla="*/ 2450802 w 2612319"/>
                <a:gd name="connsiteY1" fmla="*/ 0 h 2606691"/>
                <a:gd name="connsiteX2" fmla="*/ 2466072 w 2612319"/>
                <a:gd name="connsiteY2" fmla="*/ 31524 h 2606691"/>
                <a:gd name="connsiteX3" fmla="*/ 2612319 w 2612319"/>
                <a:gd name="connsiteY3" fmla="*/ 751603 h 2606691"/>
                <a:gd name="connsiteX4" fmla="*/ 748913 w 2612319"/>
                <a:gd name="connsiteY4" fmla="*/ 2606691 h 2606691"/>
                <a:gd name="connsiteX5" fmla="*/ 23024 w 2612319"/>
                <a:gd name="connsiteY5" fmla="*/ 2458527 h 2606691"/>
                <a:gd name="connsiteX6" fmla="*/ 0 w 2612319"/>
                <a:gd name="connsiteY6" fmla="*/ 2447446 h 2606691"/>
                <a:gd name="connsiteX7" fmla="*/ 0 w 2612319"/>
                <a:gd name="connsiteY7" fmla="*/ 0 h 2606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612319" h="2606691">
                  <a:moveTo>
                    <a:pt x="0" y="0"/>
                  </a:moveTo>
                  <a:lnTo>
                    <a:pt x="2450802" y="0"/>
                  </a:lnTo>
                  <a:lnTo>
                    <a:pt x="2466072" y="31524"/>
                  </a:lnTo>
                  <a:cubicBezTo>
                    <a:pt x="2560261" y="252955"/>
                    <a:pt x="2612319" y="496276"/>
                    <a:pt x="2612319" y="751603"/>
                  </a:cubicBezTo>
                  <a:cubicBezTo>
                    <a:pt x="2612319" y="1772910"/>
                    <a:pt x="1779387" y="2602122"/>
                    <a:pt x="748913" y="2606691"/>
                  </a:cubicBezTo>
                  <a:cubicBezTo>
                    <a:pt x="491294" y="2605549"/>
                    <a:pt x="246022" y="2552866"/>
                    <a:pt x="23024" y="2458527"/>
                  </a:cubicBezTo>
                  <a:lnTo>
                    <a:pt x="0" y="24474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5EA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pt-BR"/>
            </a:p>
          </p:txBody>
        </p:sp>
      </p:grpSp>
      <p:sp>
        <p:nvSpPr>
          <p:cNvPr id="9" name="Retângulo 8">
            <a:extLst>
              <a:ext uri="{FF2B5EF4-FFF2-40B4-BE49-F238E27FC236}">
                <a16:creationId xmlns:a16="http://schemas.microsoft.com/office/drawing/2014/main" id="{5E22DAA3-E9CA-1444-6439-A0788E467417}"/>
              </a:ext>
            </a:extLst>
          </p:cNvPr>
          <p:cNvSpPr/>
          <p:nvPr/>
        </p:nvSpPr>
        <p:spPr>
          <a:xfrm>
            <a:off x="1866694" y="0"/>
            <a:ext cx="4497530" cy="14874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733" b="0" i="0" u="none" strike="noStrike" kern="1200" cap="none" spc="300" normalizeH="0" baseline="0" noProof="0" dirty="0">
                <a:ln>
                  <a:noFill/>
                </a:ln>
                <a:solidFill>
                  <a:srgbClr val="005EA9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  <a:sym typeface="Arial"/>
              </a:rPr>
              <a:t>Nossa</a:t>
            </a:r>
          </a:p>
          <a:p>
            <a:pPr marL="0" marR="0" lvl="0" indent="0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5333" b="1" i="0" u="none" strike="noStrike" kern="1200" cap="none" spc="300" normalizeH="0" baseline="0" noProof="0" dirty="0">
                <a:ln>
                  <a:noFill/>
                </a:ln>
                <a:solidFill>
                  <a:srgbClr val="005EA9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  <a:sym typeface="Arial"/>
              </a:rPr>
              <a:t>EMENTA</a:t>
            </a:r>
          </a:p>
        </p:txBody>
      </p:sp>
      <p:pic>
        <p:nvPicPr>
          <p:cNvPr id="10" name="Imagem 9" descr="Desenho com traços pretos em fundo branco e letras pretas&#10;&#10;O conteúdo gerado por IA pode estar incorreto.">
            <a:extLst>
              <a:ext uri="{FF2B5EF4-FFF2-40B4-BE49-F238E27FC236}">
                <a16:creationId xmlns:a16="http://schemas.microsoft.com/office/drawing/2014/main" id="{C2B41D7A-8D1D-7F56-80DA-A625705126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5060" y="6104261"/>
            <a:ext cx="1464457" cy="644361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8408DC84-791C-D28A-83B3-DFD729E9E637}"/>
              </a:ext>
            </a:extLst>
          </p:cNvPr>
          <p:cNvSpPr txBox="1"/>
          <p:nvPr/>
        </p:nvSpPr>
        <p:spPr>
          <a:xfrm>
            <a:off x="777767" y="1850696"/>
            <a:ext cx="1107790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>
              <a:defRPr/>
            </a:pPr>
            <a:r>
              <a:rPr lang="pt-BR" sz="2400" dirty="0">
                <a:solidFill>
                  <a:srgbClr val="000000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Em consonância com a </a:t>
            </a:r>
            <a:r>
              <a:rPr lang="pt-BR" sz="2400" dirty="0">
                <a:solidFill>
                  <a:srgbClr val="00B050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Ementa</a:t>
            </a:r>
            <a:r>
              <a:rPr lang="pt-BR" sz="2400" dirty="0">
                <a:solidFill>
                  <a:srgbClr val="000000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 desta componente curricular, o conteúdo do curso abordará os seguintes temas:</a:t>
            </a:r>
          </a:p>
        </p:txBody>
      </p:sp>
      <p:sp>
        <p:nvSpPr>
          <p:cNvPr id="5" name="Text Box 2">
            <a:extLst>
              <a:ext uri="{FF2B5EF4-FFF2-40B4-BE49-F238E27FC236}">
                <a16:creationId xmlns:a16="http://schemas.microsoft.com/office/drawing/2014/main" id="{767B42BE-5615-2FC9-D32E-12D526ED7A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45635" y="5281723"/>
            <a:ext cx="4752975" cy="534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1pPr>
            <a:lvl2pPr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2pPr>
            <a:lvl3pPr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3pPr>
            <a:lvl4pPr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4pPr>
            <a:lvl5pPr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9pPr>
          </a:lstStyle>
          <a:p>
            <a:pPr algn="ctr">
              <a:spcBef>
                <a:spcPts val="350"/>
              </a:spcBef>
              <a:buSzPct val="100000"/>
            </a:pPr>
            <a:r>
              <a:rPr lang="pt-BR" altLang="pt-BR" sz="1400" b="1" dirty="0">
                <a:solidFill>
                  <a:schemeClr val="tx1"/>
                </a:solidFill>
              </a:rPr>
              <a:t>Experimentos com Amplificadores.</a:t>
            </a:r>
          </a:p>
        </p:txBody>
      </p:sp>
      <p:pic>
        <p:nvPicPr>
          <p:cNvPr id="8" name="Imagem 2">
            <a:extLst>
              <a:ext uri="{FF2B5EF4-FFF2-40B4-BE49-F238E27FC236}">
                <a16:creationId xmlns:a16="http://schemas.microsoft.com/office/drawing/2014/main" id="{3565CD4B-C1EC-F5C5-0E94-CF99C755F787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CFEFC"/>
              </a:clrFrom>
              <a:clrTo>
                <a:srgbClr val="FCFEFC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2403" y="2583095"/>
            <a:ext cx="3446463" cy="2676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5860DEE0-4201-9F72-FD12-71841091AB19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1887" y="2568403"/>
            <a:ext cx="1867343" cy="2676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Imagem 1">
            <a:extLst>
              <a:ext uri="{FF2B5EF4-FFF2-40B4-BE49-F238E27FC236}">
                <a16:creationId xmlns:a16="http://schemas.microsoft.com/office/drawing/2014/main" id="{59767F5B-97FE-6B34-D625-142E1331EEAC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79062" y="2351321"/>
            <a:ext cx="3058163" cy="29082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7" name="Agrupar 6">
            <a:extLst>
              <a:ext uri="{FF2B5EF4-FFF2-40B4-BE49-F238E27FC236}">
                <a16:creationId xmlns:a16="http://schemas.microsoft.com/office/drawing/2014/main" id="{3F6B89FA-647E-EA79-DF07-41972995B2A0}"/>
              </a:ext>
            </a:extLst>
          </p:cNvPr>
          <p:cNvGrpSpPr/>
          <p:nvPr/>
        </p:nvGrpSpPr>
        <p:grpSpPr>
          <a:xfrm>
            <a:off x="10065736" y="5709387"/>
            <a:ext cx="2042719" cy="1039235"/>
            <a:chOff x="2298584" y="5213339"/>
            <a:chExt cx="2042719" cy="1039235"/>
          </a:xfrm>
        </p:grpSpPr>
        <p:sp>
          <p:nvSpPr>
            <p:cNvPr id="12" name="Forma Livre: Forma 22">
              <a:extLst>
                <a:ext uri="{FF2B5EF4-FFF2-40B4-BE49-F238E27FC236}">
                  <a16:creationId xmlns:a16="http://schemas.microsoft.com/office/drawing/2014/main" id="{67726287-565B-2849-BD54-B7342BEED963}"/>
                </a:ext>
              </a:extLst>
            </p:cNvPr>
            <p:cNvSpPr/>
            <p:nvPr/>
          </p:nvSpPr>
          <p:spPr>
            <a:xfrm>
              <a:off x="2298584" y="5213339"/>
              <a:ext cx="2042719" cy="10392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pic>
          <p:nvPicPr>
            <p:cNvPr id="14" name="Imagem 13">
              <a:extLst>
                <a:ext uri="{FF2B5EF4-FFF2-40B4-BE49-F238E27FC236}">
                  <a16:creationId xmlns:a16="http://schemas.microsoft.com/office/drawing/2014/main" id="{99905AF2-D947-EA77-6163-7E8C1E98F2A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541141" y="5384972"/>
              <a:ext cx="1581371" cy="69596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937858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8D666D-A985-7D0A-FB07-0CA2CC9584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Agrupar 1">
            <a:extLst>
              <a:ext uri="{FF2B5EF4-FFF2-40B4-BE49-F238E27FC236}">
                <a16:creationId xmlns:a16="http://schemas.microsoft.com/office/drawing/2014/main" id="{EFF72452-9BB2-D695-0D49-2857CBBD182E}"/>
              </a:ext>
            </a:extLst>
          </p:cNvPr>
          <p:cNvGrpSpPr/>
          <p:nvPr/>
        </p:nvGrpSpPr>
        <p:grpSpPr>
          <a:xfrm>
            <a:off x="-36576" y="-18288"/>
            <a:ext cx="1810512" cy="1812000"/>
            <a:chOff x="-36576" y="-18288"/>
            <a:chExt cx="3268916" cy="3271602"/>
          </a:xfrm>
        </p:grpSpPr>
        <p:sp>
          <p:nvSpPr>
            <p:cNvPr id="3" name="Forma Livre: Forma 2">
              <a:extLst>
                <a:ext uri="{FF2B5EF4-FFF2-40B4-BE49-F238E27FC236}">
                  <a16:creationId xmlns:a16="http://schemas.microsoft.com/office/drawing/2014/main" id="{BF66571D-8789-5CD6-81EB-BD78F55B4197}"/>
                </a:ext>
              </a:extLst>
            </p:cNvPr>
            <p:cNvSpPr/>
            <p:nvPr/>
          </p:nvSpPr>
          <p:spPr>
            <a:xfrm>
              <a:off x="-36576" y="-18288"/>
              <a:ext cx="3268916" cy="3271602"/>
            </a:xfrm>
            <a:custGeom>
              <a:avLst/>
              <a:gdLst>
                <a:gd name="connsiteX0" fmla="*/ 2450802 w 3268916"/>
                <a:gd name="connsiteY0" fmla="*/ 0 h 3271602"/>
                <a:gd name="connsiteX1" fmla="*/ 3154168 w 3268916"/>
                <a:gd name="connsiteY1" fmla="*/ 0 h 3271602"/>
                <a:gd name="connsiteX2" fmla="*/ 3155777 w 3268916"/>
                <a:gd name="connsiteY2" fmla="*/ 4392 h 3271602"/>
                <a:gd name="connsiteX3" fmla="*/ 3268916 w 3268916"/>
                <a:gd name="connsiteY3" fmla="*/ 751602 h 3271602"/>
                <a:gd name="connsiteX4" fmla="*/ 748913 w 3268916"/>
                <a:gd name="connsiteY4" fmla="*/ 3271602 h 3271602"/>
                <a:gd name="connsiteX5" fmla="*/ 240523 w 3268916"/>
                <a:gd name="connsiteY5" fmla="*/ 3218443 h 3271602"/>
                <a:gd name="connsiteX6" fmla="*/ 0 w 3268916"/>
                <a:gd name="connsiteY6" fmla="*/ 3155922 h 3271602"/>
                <a:gd name="connsiteX7" fmla="*/ 0 w 3268916"/>
                <a:gd name="connsiteY7" fmla="*/ 2447446 h 3271602"/>
                <a:gd name="connsiteX8" fmla="*/ 23024 w 3268916"/>
                <a:gd name="connsiteY8" fmla="*/ 2458527 h 3271602"/>
                <a:gd name="connsiteX9" fmla="*/ 748913 w 3268916"/>
                <a:gd name="connsiteY9" fmla="*/ 2606691 h 3271602"/>
                <a:gd name="connsiteX10" fmla="*/ 2612319 w 3268916"/>
                <a:gd name="connsiteY10" fmla="*/ 751603 h 3271602"/>
                <a:gd name="connsiteX11" fmla="*/ 2466072 w 3268916"/>
                <a:gd name="connsiteY11" fmla="*/ 31524 h 3271602"/>
                <a:gd name="connsiteX12" fmla="*/ 2450802 w 3268916"/>
                <a:gd name="connsiteY12" fmla="*/ 0 h 32716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268916" h="3271602">
                  <a:moveTo>
                    <a:pt x="2450802" y="0"/>
                  </a:moveTo>
                  <a:lnTo>
                    <a:pt x="3154168" y="0"/>
                  </a:lnTo>
                  <a:lnTo>
                    <a:pt x="3155777" y="4392"/>
                  </a:lnTo>
                  <a:cubicBezTo>
                    <a:pt x="3229315" y="240512"/>
                    <a:pt x="3268916" y="491470"/>
                    <a:pt x="3268916" y="751602"/>
                  </a:cubicBezTo>
                  <a:cubicBezTo>
                    <a:pt x="3268916" y="2138972"/>
                    <a:pt x="2142490" y="3265395"/>
                    <a:pt x="748913" y="3271602"/>
                  </a:cubicBezTo>
                  <a:cubicBezTo>
                    <a:pt x="574716" y="3270826"/>
                    <a:pt x="404693" y="3252547"/>
                    <a:pt x="240523" y="3218443"/>
                  </a:cubicBezTo>
                  <a:lnTo>
                    <a:pt x="0" y="3155922"/>
                  </a:lnTo>
                  <a:lnTo>
                    <a:pt x="0" y="2447446"/>
                  </a:lnTo>
                  <a:lnTo>
                    <a:pt x="23024" y="2458527"/>
                  </a:lnTo>
                  <a:cubicBezTo>
                    <a:pt x="246022" y="2552866"/>
                    <a:pt x="491294" y="2605549"/>
                    <a:pt x="748913" y="2606691"/>
                  </a:cubicBezTo>
                  <a:cubicBezTo>
                    <a:pt x="1779387" y="2602122"/>
                    <a:pt x="2612319" y="1772910"/>
                    <a:pt x="2612319" y="751603"/>
                  </a:cubicBezTo>
                  <a:cubicBezTo>
                    <a:pt x="2612319" y="496276"/>
                    <a:pt x="2560261" y="252955"/>
                    <a:pt x="2466072" y="31524"/>
                  </a:cubicBezTo>
                  <a:lnTo>
                    <a:pt x="2450802" y="0"/>
                  </a:lnTo>
                  <a:close/>
                </a:path>
              </a:pathLst>
            </a:custGeom>
            <a:noFill/>
            <a:ln w="38100">
              <a:solidFill>
                <a:srgbClr val="005EA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pt-BR"/>
            </a:p>
          </p:txBody>
        </p:sp>
        <p:sp>
          <p:nvSpPr>
            <p:cNvPr id="6" name="Forma Livre: Forma 5">
              <a:extLst>
                <a:ext uri="{FF2B5EF4-FFF2-40B4-BE49-F238E27FC236}">
                  <a16:creationId xmlns:a16="http://schemas.microsoft.com/office/drawing/2014/main" id="{2D032D21-2237-8FC9-4F17-3889E033AC87}"/>
                </a:ext>
              </a:extLst>
            </p:cNvPr>
            <p:cNvSpPr/>
            <p:nvPr/>
          </p:nvSpPr>
          <p:spPr>
            <a:xfrm>
              <a:off x="-36575" y="-18288"/>
              <a:ext cx="2612319" cy="2606691"/>
            </a:xfrm>
            <a:custGeom>
              <a:avLst/>
              <a:gdLst>
                <a:gd name="connsiteX0" fmla="*/ 0 w 2612319"/>
                <a:gd name="connsiteY0" fmla="*/ 0 h 2606691"/>
                <a:gd name="connsiteX1" fmla="*/ 2450802 w 2612319"/>
                <a:gd name="connsiteY1" fmla="*/ 0 h 2606691"/>
                <a:gd name="connsiteX2" fmla="*/ 2466072 w 2612319"/>
                <a:gd name="connsiteY2" fmla="*/ 31524 h 2606691"/>
                <a:gd name="connsiteX3" fmla="*/ 2612319 w 2612319"/>
                <a:gd name="connsiteY3" fmla="*/ 751603 h 2606691"/>
                <a:gd name="connsiteX4" fmla="*/ 748913 w 2612319"/>
                <a:gd name="connsiteY4" fmla="*/ 2606691 h 2606691"/>
                <a:gd name="connsiteX5" fmla="*/ 23024 w 2612319"/>
                <a:gd name="connsiteY5" fmla="*/ 2458527 h 2606691"/>
                <a:gd name="connsiteX6" fmla="*/ 0 w 2612319"/>
                <a:gd name="connsiteY6" fmla="*/ 2447446 h 2606691"/>
                <a:gd name="connsiteX7" fmla="*/ 0 w 2612319"/>
                <a:gd name="connsiteY7" fmla="*/ 0 h 2606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612319" h="2606691">
                  <a:moveTo>
                    <a:pt x="0" y="0"/>
                  </a:moveTo>
                  <a:lnTo>
                    <a:pt x="2450802" y="0"/>
                  </a:lnTo>
                  <a:lnTo>
                    <a:pt x="2466072" y="31524"/>
                  </a:lnTo>
                  <a:cubicBezTo>
                    <a:pt x="2560261" y="252955"/>
                    <a:pt x="2612319" y="496276"/>
                    <a:pt x="2612319" y="751603"/>
                  </a:cubicBezTo>
                  <a:cubicBezTo>
                    <a:pt x="2612319" y="1772910"/>
                    <a:pt x="1779387" y="2602122"/>
                    <a:pt x="748913" y="2606691"/>
                  </a:cubicBezTo>
                  <a:cubicBezTo>
                    <a:pt x="491294" y="2605549"/>
                    <a:pt x="246022" y="2552866"/>
                    <a:pt x="23024" y="2458527"/>
                  </a:cubicBezTo>
                  <a:lnTo>
                    <a:pt x="0" y="24474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5EA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pt-BR"/>
            </a:p>
          </p:txBody>
        </p:sp>
      </p:grpSp>
      <p:sp>
        <p:nvSpPr>
          <p:cNvPr id="9" name="Retângulo 8">
            <a:extLst>
              <a:ext uri="{FF2B5EF4-FFF2-40B4-BE49-F238E27FC236}">
                <a16:creationId xmlns:a16="http://schemas.microsoft.com/office/drawing/2014/main" id="{33AE4D84-AC28-36C0-CA80-C7C8F2566AAE}"/>
              </a:ext>
            </a:extLst>
          </p:cNvPr>
          <p:cNvSpPr/>
          <p:nvPr/>
        </p:nvSpPr>
        <p:spPr>
          <a:xfrm>
            <a:off x="1866694" y="0"/>
            <a:ext cx="4497530" cy="14874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733" b="0" i="0" u="none" strike="noStrike" kern="1200" cap="none" spc="300" normalizeH="0" baseline="0" noProof="0" dirty="0">
                <a:ln>
                  <a:noFill/>
                </a:ln>
                <a:solidFill>
                  <a:srgbClr val="005EA9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  <a:sym typeface="Arial"/>
              </a:rPr>
              <a:t>Nossa</a:t>
            </a:r>
          </a:p>
          <a:p>
            <a:pPr marL="0" marR="0" lvl="0" indent="0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5333" b="1" i="0" u="none" strike="noStrike" kern="1200" cap="none" spc="300" normalizeH="0" baseline="0" noProof="0" dirty="0">
                <a:ln>
                  <a:noFill/>
                </a:ln>
                <a:solidFill>
                  <a:srgbClr val="005EA9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  <a:sym typeface="Arial"/>
              </a:rPr>
              <a:t>EMENTA</a:t>
            </a:r>
          </a:p>
        </p:txBody>
      </p:sp>
      <p:pic>
        <p:nvPicPr>
          <p:cNvPr id="10" name="Imagem 9" descr="Desenho com traços pretos em fundo branco e letras pretas&#10;&#10;O conteúdo gerado por IA pode estar incorreto.">
            <a:extLst>
              <a:ext uri="{FF2B5EF4-FFF2-40B4-BE49-F238E27FC236}">
                <a16:creationId xmlns:a16="http://schemas.microsoft.com/office/drawing/2014/main" id="{56FEF403-E853-0B27-D4D7-9BA4D05876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5060" y="6104261"/>
            <a:ext cx="1464457" cy="644361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0F4C9FCC-CA08-C92C-242C-C13A9FC3DC25}"/>
              </a:ext>
            </a:extLst>
          </p:cNvPr>
          <p:cNvSpPr txBox="1"/>
          <p:nvPr/>
        </p:nvSpPr>
        <p:spPr>
          <a:xfrm>
            <a:off x="777767" y="1850696"/>
            <a:ext cx="1107790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>
              <a:defRPr/>
            </a:pPr>
            <a:r>
              <a:rPr lang="pt-BR" sz="2400" dirty="0">
                <a:solidFill>
                  <a:srgbClr val="000000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Em consonância com a </a:t>
            </a:r>
            <a:r>
              <a:rPr lang="pt-BR" sz="2400" dirty="0">
                <a:solidFill>
                  <a:srgbClr val="00B050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Ementa</a:t>
            </a:r>
            <a:r>
              <a:rPr lang="pt-BR" sz="2400" dirty="0">
                <a:solidFill>
                  <a:srgbClr val="000000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 desta componente curricular, o conteúdo do curso abordará os seguintes temas:</a:t>
            </a:r>
          </a:p>
        </p:txBody>
      </p:sp>
      <p:sp>
        <p:nvSpPr>
          <p:cNvPr id="5" name="Text Box 2">
            <a:extLst>
              <a:ext uri="{FF2B5EF4-FFF2-40B4-BE49-F238E27FC236}">
                <a16:creationId xmlns:a16="http://schemas.microsoft.com/office/drawing/2014/main" id="{E919F73B-2789-9F1C-E6CA-57691B53A5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45635" y="5281723"/>
            <a:ext cx="4752975" cy="534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1pPr>
            <a:lvl2pPr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2pPr>
            <a:lvl3pPr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3pPr>
            <a:lvl4pPr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4pPr>
            <a:lvl5pPr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9pPr>
          </a:lstStyle>
          <a:p>
            <a:pPr algn="ctr">
              <a:spcBef>
                <a:spcPts val="350"/>
              </a:spcBef>
              <a:buSzPct val="100000"/>
            </a:pPr>
            <a:r>
              <a:rPr lang="pt-BR" altLang="pt-BR" sz="1400" b="1" dirty="0">
                <a:solidFill>
                  <a:schemeClr val="tx1"/>
                </a:solidFill>
              </a:rPr>
              <a:t>Experimentos com Temporizadores e Osciladores.</a:t>
            </a:r>
          </a:p>
          <a:p>
            <a:pPr algn="ctr">
              <a:spcBef>
                <a:spcPts val="350"/>
              </a:spcBef>
              <a:buSzPct val="100000"/>
            </a:pPr>
            <a:r>
              <a:rPr lang="pt-BR" altLang="pt-BR" sz="1400" b="1" dirty="0">
                <a:solidFill>
                  <a:schemeClr val="tx1"/>
                </a:solidFill>
              </a:rPr>
              <a:t>.</a:t>
            </a:r>
          </a:p>
        </p:txBody>
      </p:sp>
      <p:pic>
        <p:nvPicPr>
          <p:cNvPr id="7" name="Picture 13" descr="http://1.bp.blogspot.com/-a7xNpuXi9k0/Uj9CelFpVCI/AAAAAAAAACk/nKW2faTj4BA/s1600/schimitt.png">
            <a:extLst>
              <a:ext uri="{FF2B5EF4-FFF2-40B4-BE49-F238E27FC236}">
                <a16:creationId xmlns:a16="http://schemas.microsoft.com/office/drawing/2014/main" id="{BDFF709F-19FB-EDA0-7379-FA5680D5EC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0331" y="2838077"/>
            <a:ext cx="3037749" cy="23305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Imagem 1">
            <a:extLst>
              <a:ext uri="{FF2B5EF4-FFF2-40B4-BE49-F238E27FC236}">
                <a16:creationId xmlns:a16="http://schemas.microsoft.com/office/drawing/2014/main" id="{B524BD87-8E8C-1EEF-D691-E7BEACBEEC5F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8080" y="2702394"/>
            <a:ext cx="2582863" cy="277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Imagem 1">
            <a:extLst>
              <a:ext uri="{FF2B5EF4-FFF2-40B4-BE49-F238E27FC236}">
                <a16:creationId xmlns:a16="http://schemas.microsoft.com/office/drawing/2014/main" id="{E19323A1-CE23-8FE4-09FA-AE8507DADDB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2122" y="2838077"/>
            <a:ext cx="5783263" cy="2279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2" name="Agrupar 11">
            <a:extLst>
              <a:ext uri="{FF2B5EF4-FFF2-40B4-BE49-F238E27FC236}">
                <a16:creationId xmlns:a16="http://schemas.microsoft.com/office/drawing/2014/main" id="{28591D15-9F6A-2582-603C-A8812F831D64}"/>
              </a:ext>
            </a:extLst>
          </p:cNvPr>
          <p:cNvGrpSpPr/>
          <p:nvPr/>
        </p:nvGrpSpPr>
        <p:grpSpPr>
          <a:xfrm>
            <a:off x="10065736" y="5709387"/>
            <a:ext cx="2042719" cy="1039235"/>
            <a:chOff x="2298584" y="5213339"/>
            <a:chExt cx="2042719" cy="1039235"/>
          </a:xfrm>
        </p:grpSpPr>
        <p:sp>
          <p:nvSpPr>
            <p:cNvPr id="13" name="Forma Livre: Forma 22">
              <a:extLst>
                <a:ext uri="{FF2B5EF4-FFF2-40B4-BE49-F238E27FC236}">
                  <a16:creationId xmlns:a16="http://schemas.microsoft.com/office/drawing/2014/main" id="{34D20F92-5736-2336-6747-282899B44CAE}"/>
                </a:ext>
              </a:extLst>
            </p:cNvPr>
            <p:cNvSpPr/>
            <p:nvPr/>
          </p:nvSpPr>
          <p:spPr>
            <a:xfrm>
              <a:off x="2298584" y="5213339"/>
              <a:ext cx="2042719" cy="10392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pic>
          <p:nvPicPr>
            <p:cNvPr id="14" name="Imagem 13">
              <a:extLst>
                <a:ext uri="{FF2B5EF4-FFF2-40B4-BE49-F238E27FC236}">
                  <a16:creationId xmlns:a16="http://schemas.microsoft.com/office/drawing/2014/main" id="{FEAD8AC6-BD7C-2540-2F98-A6CEC47BAEE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541141" y="5384972"/>
              <a:ext cx="1581371" cy="69596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435708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9C5AB1-4B59-A278-E4E5-D5C839234A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Agrupar 1">
            <a:extLst>
              <a:ext uri="{FF2B5EF4-FFF2-40B4-BE49-F238E27FC236}">
                <a16:creationId xmlns:a16="http://schemas.microsoft.com/office/drawing/2014/main" id="{064093FB-434F-579C-0B17-AAA84B9DD5C9}"/>
              </a:ext>
            </a:extLst>
          </p:cNvPr>
          <p:cNvGrpSpPr/>
          <p:nvPr/>
        </p:nvGrpSpPr>
        <p:grpSpPr>
          <a:xfrm>
            <a:off x="-36576" y="-18288"/>
            <a:ext cx="1810512" cy="1812000"/>
            <a:chOff x="-36576" y="-18288"/>
            <a:chExt cx="3268916" cy="3271602"/>
          </a:xfrm>
        </p:grpSpPr>
        <p:sp>
          <p:nvSpPr>
            <p:cNvPr id="3" name="Forma Livre: Forma 2">
              <a:extLst>
                <a:ext uri="{FF2B5EF4-FFF2-40B4-BE49-F238E27FC236}">
                  <a16:creationId xmlns:a16="http://schemas.microsoft.com/office/drawing/2014/main" id="{795B6993-B0D0-0B69-6A88-1E411B2B791C}"/>
                </a:ext>
              </a:extLst>
            </p:cNvPr>
            <p:cNvSpPr/>
            <p:nvPr/>
          </p:nvSpPr>
          <p:spPr>
            <a:xfrm>
              <a:off x="-36576" y="-18288"/>
              <a:ext cx="3268916" cy="3271602"/>
            </a:xfrm>
            <a:custGeom>
              <a:avLst/>
              <a:gdLst>
                <a:gd name="connsiteX0" fmla="*/ 2450802 w 3268916"/>
                <a:gd name="connsiteY0" fmla="*/ 0 h 3271602"/>
                <a:gd name="connsiteX1" fmla="*/ 3154168 w 3268916"/>
                <a:gd name="connsiteY1" fmla="*/ 0 h 3271602"/>
                <a:gd name="connsiteX2" fmla="*/ 3155777 w 3268916"/>
                <a:gd name="connsiteY2" fmla="*/ 4392 h 3271602"/>
                <a:gd name="connsiteX3" fmla="*/ 3268916 w 3268916"/>
                <a:gd name="connsiteY3" fmla="*/ 751602 h 3271602"/>
                <a:gd name="connsiteX4" fmla="*/ 748913 w 3268916"/>
                <a:gd name="connsiteY4" fmla="*/ 3271602 h 3271602"/>
                <a:gd name="connsiteX5" fmla="*/ 240523 w 3268916"/>
                <a:gd name="connsiteY5" fmla="*/ 3218443 h 3271602"/>
                <a:gd name="connsiteX6" fmla="*/ 0 w 3268916"/>
                <a:gd name="connsiteY6" fmla="*/ 3155922 h 3271602"/>
                <a:gd name="connsiteX7" fmla="*/ 0 w 3268916"/>
                <a:gd name="connsiteY7" fmla="*/ 2447446 h 3271602"/>
                <a:gd name="connsiteX8" fmla="*/ 23024 w 3268916"/>
                <a:gd name="connsiteY8" fmla="*/ 2458527 h 3271602"/>
                <a:gd name="connsiteX9" fmla="*/ 748913 w 3268916"/>
                <a:gd name="connsiteY9" fmla="*/ 2606691 h 3271602"/>
                <a:gd name="connsiteX10" fmla="*/ 2612319 w 3268916"/>
                <a:gd name="connsiteY10" fmla="*/ 751603 h 3271602"/>
                <a:gd name="connsiteX11" fmla="*/ 2466072 w 3268916"/>
                <a:gd name="connsiteY11" fmla="*/ 31524 h 3271602"/>
                <a:gd name="connsiteX12" fmla="*/ 2450802 w 3268916"/>
                <a:gd name="connsiteY12" fmla="*/ 0 h 32716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268916" h="3271602">
                  <a:moveTo>
                    <a:pt x="2450802" y="0"/>
                  </a:moveTo>
                  <a:lnTo>
                    <a:pt x="3154168" y="0"/>
                  </a:lnTo>
                  <a:lnTo>
                    <a:pt x="3155777" y="4392"/>
                  </a:lnTo>
                  <a:cubicBezTo>
                    <a:pt x="3229315" y="240512"/>
                    <a:pt x="3268916" y="491470"/>
                    <a:pt x="3268916" y="751602"/>
                  </a:cubicBezTo>
                  <a:cubicBezTo>
                    <a:pt x="3268916" y="2138972"/>
                    <a:pt x="2142490" y="3265395"/>
                    <a:pt x="748913" y="3271602"/>
                  </a:cubicBezTo>
                  <a:cubicBezTo>
                    <a:pt x="574716" y="3270826"/>
                    <a:pt x="404693" y="3252547"/>
                    <a:pt x="240523" y="3218443"/>
                  </a:cubicBezTo>
                  <a:lnTo>
                    <a:pt x="0" y="3155922"/>
                  </a:lnTo>
                  <a:lnTo>
                    <a:pt x="0" y="2447446"/>
                  </a:lnTo>
                  <a:lnTo>
                    <a:pt x="23024" y="2458527"/>
                  </a:lnTo>
                  <a:cubicBezTo>
                    <a:pt x="246022" y="2552866"/>
                    <a:pt x="491294" y="2605549"/>
                    <a:pt x="748913" y="2606691"/>
                  </a:cubicBezTo>
                  <a:cubicBezTo>
                    <a:pt x="1779387" y="2602122"/>
                    <a:pt x="2612319" y="1772910"/>
                    <a:pt x="2612319" y="751603"/>
                  </a:cubicBezTo>
                  <a:cubicBezTo>
                    <a:pt x="2612319" y="496276"/>
                    <a:pt x="2560261" y="252955"/>
                    <a:pt x="2466072" y="31524"/>
                  </a:cubicBezTo>
                  <a:lnTo>
                    <a:pt x="2450802" y="0"/>
                  </a:lnTo>
                  <a:close/>
                </a:path>
              </a:pathLst>
            </a:custGeom>
            <a:noFill/>
            <a:ln w="38100">
              <a:solidFill>
                <a:srgbClr val="005EA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pt-BR"/>
            </a:p>
          </p:txBody>
        </p:sp>
        <p:sp>
          <p:nvSpPr>
            <p:cNvPr id="6" name="Forma Livre: Forma 5">
              <a:extLst>
                <a:ext uri="{FF2B5EF4-FFF2-40B4-BE49-F238E27FC236}">
                  <a16:creationId xmlns:a16="http://schemas.microsoft.com/office/drawing/2014/main" id="{8843B1CD-D6C3-444F-9DE5-48D757BAA5A4}"/>
                </a:ext>
              </a:extLst>
            </p:cNvPr>
            <p:cNvSpPr/>
            <p:nvPr/>
          </p:nvSpPr>
          <p:spPr>
            <a:xfrm>
              <a:off x="-36575" y="-18288"/>
              <a:ext cx="2612319" cy="2606691"/>
            </a:xfrm>
            <a:custGeom>
              <a:avLst/>
              <a:gdLst>
                <a:gd name="connsiteX0" fmla="*/ 0 w 2612319"/>
                <a:gd name="connsiteY0" fmla="*/ 0 h 2606691"/>
                <a:gd name="connsiteX1" fmla="*/ 2450802 w 2612319"/>
                <a:gd name="connsiteY1" fmla="*/ 0 h 2606691"/>
                <a:gd name="connsiteX2" fmla="*/ 2466072 w 2612319"/>
                <a:gd name="connsiteY2" fmla="*/ 31524 h 2606691"/>
                <a:gd name="connsiteX3" fmla="*/ 2612319 w 2612319"/>
                <a:gd name="connsiteY3" fmla="*/ 751603 h 2606691"/>
                <a:gd name="connsiteX4" fmla="*/ 748913 w 2612319"/>
                <a:gd name="connsiteY4" fmla="*/ 2606691 h 2606691"/>
                <a:gd name="connsiteX5" fmla="*/ 23024 w 2612319"/>
                <a:gd name="connsiteY5" fmla="*/ 2458527 h 2606691"/>
                <a:gd name="connsiteX6" fmla="*/ 0 w 2612319"/>
                <a:gd name="connsiteY6" fmla="*/ 2447446 h 2606691"/>
                <a:gd name="connsiteX7" fmla="*/ 0 w 2612319"/>
                <a:gd name="connsiteY7" fmla="*/ 0 h 2606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612319" h="2606691">
                  <a:moveTo>
                    <a:pt x="0" y="0"/>
                  </a:moveTo>
                  <a:lnTo>
                    <a:pt x="2450802" y="0"/>
                  </a:lnTo>
                  <a:lnTo>
                    <a:pt x="2466072" y="31524"/>
                  </a:lnTo>
                  <a:cubicBezTo>
                    <a:pt x="2560261" y="252955"/>
                    <a:pt x="2612319" y="496276"/>
                    <a:pt x="2612319" y="751603"/>
                  </a:cubicBezTo>
                  <a:cubicBezTo>
                    <a:pt x="2612319" y="1772910"/>
                    <a:pt x="1779387" y="2602122"/>
                    <a:pt x="748913" y="2606691"/>
                  </a:cubicBezTo>
                  <a:cubicBezTo>
                    <a:pt x="491294" y="2605549"/>
                    <a:pt x="246022" y="2552866"/>
                    <a:pt x="23024" y="2458527"/>
                  </a:cubicBezTo>
                  <a:lnTo>
                    <a:pt x="0" y="24474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5EA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pt-BR"/>
            </a:p>
          </p:txBody>
        </p:sp>
      </p:grpSp>
      <p:sp>
        <p:nvSpPr>
          <p:cNvPr id="9" name="Retângulo 8">
            <a:extLst>
              <a:ext uri="{FF2B5EF4-FFF2-40B4-BE49-F238E27FC236}">
                <a16:creationId xmlns:a16="http://schemas.microsoft.com/office/drawing/2014/main" id="{89E31286-8BF3-D60F-78EF-19C6FA184F5C}"/>
              </a:ext>
            </a:extLst>
          </p:cNvPr>
          <p:cNvSpPr/>
          <p:nvPr/>
        </p:nvSpPr>
        <p:spPr>
          <a:xfrm>
            <a:off x="1866694" y="0"/>
            <a:ext cx="4497530" cy="14874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733" b="0" i="0" u="none" strike="noStrike" kern="1200" cap="none" spc="300" normalizeH="0" baseline="0" noProof="0" dirty="0">
                <a:ln>
                  <a:noFill/>
                </a:ln>
                <a:solidFill>
                  <a:srgbClr val="005EA9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  <a:sym typeface="Arial"/>
              </a:rPr>
              <a:t>Nossa</a:t>
            </a:r>
          </a:p>
          <a:p>
            <a:pPr marL="0" marR="0" lvl="0" indent="0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5333" b="1" i="0" u="none" strike="noStrike" kern="1200" cap="none" spc="300" normalizeH="0" baseline="0" noProof="0" dirty="0">
                <a:ln>
                  <a:noFill/>
                </a:ln>
                <a:solidFill>
                  <a:srgbClr val="005EA9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  <a:sym typeface="Arial"/>
              </a:rPr>
              <a:t>EMENTA</a:t>
            </a:r>
          </a:p>
        </p:txBody>
      </p:sp>
      <p:pic>
        <p:nvPicPr>
          <p:cNvPr id="10" name="Imagem 9" descr="Desenho com traços pretos em fundo branco e letras pretas&#10;&#10;O conteúdo gerado por IA pode estar incorreto.">
            <a:extLst>
              <a:ext uri="{FF2B5EF4-FFF2-40B4-BE49-F238E27FC236}">
                <a16:creationId xmlns:a16="http://schemas.microsoft.com/office/drawing/2014/main" id="{FE599EB1-1D54-B421-BAF6-135C9B93C8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5060" y="6104261"/>
            <a:ext cx="1464457" cy="644361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978509D0-5CAD-9A0A-13DF-84899162354C}"/>
              </a:ext>
            </a:extLst>
          </p:cNvPr>
          <p:cNvSpPr txBox="1"/>
          <p:nvPr/>
        </p:nvSpPr>
        <p:spPr>
          <a:xfrm>
            <a:off x="777767" y="1850696"/>
            <a:ext cx="1107790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>
              <a:defRPr/>
            </a:pPr>
            <a:r>
              <a:rPr lang="pt-BR" sz="2400" dirty="0">
                <a:solidFill>
                  <a:srgbClr val="000000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Em consonância com a </a:t>
            </a:r>
            <a:r>
              <a:rPr lang="pt-BR" sz="2400" dirty="0">
                <a:solidFill>
                  <a:srgbClr val="00B050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Ementa</a:t>
            </a:r>
            <a:r>
              <a:rPr lang="pt-BR" sz="2400" dirty="0">
                <a:solidFill>
                  <a:srgbClr val="000000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 desta componente curricular, o conteúdo do curso abordará os seguintes temas:</a:t>
            </a:r>
          </a:p>
        </p:txBody>
      </p:sp>
      <p:sp>
        <p:nvSpPr>
          <p:cNvPr id="5" name="Text Box 2">
            <a:extLst>
              <a:ext uri="{FF2B5EF4-FFF2-40B4-BE49-F238E27FC236}">
                <a16:creationId xmlns:a16="http://schemas.microsoft.com/office/drawing/2014/main" id="{ACC5124B-63A6-24DD-284E-FF61C15CC9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45635" y="5281723"/>
            <a:ext cx="4752975" cy="534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1pPr>
            <a:lvl2pPr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2pPr>
            <a:lvl3pPr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3pPr>
            <a:lvl4pPr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4pPr>
            <a:lvl5pPr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9pPr>
          </a:lstStyle>
          <a:p>
            <a:pPr algn="ctr">
              <a:spcBef>
                <a:spcPts val="350"/>
              </a:spcBef>
              <a:buSzPct val="100000"/>
            </a:pPr>
            <a:r>
              <a:rPr lang="pt-BR" altLang="pt-BR" sz="1400" b="1" dirty="0">
                <a:solidFill>
                  <a:schemeClr val="tx1"/>
                </a:solidFill>
              </a:rPr>
              <a:t>Experimentos com Filtros Ativos e Simulação de Redes Passivas utilizando AMP-</a:t>
            </a:r>
            <a:r>
              <a:rPr lang="pt-BR" altLang="pt-BR" sz="1400" b="1" dirty="0" err="1">
                <a:solidFill>
                  <a:schemeClr val="tx1"/>
                </a:solidFill>
              </a:rPr>
              <a:t>Ops</a:t>
            </a:r>
            <a:r>
              <a:rPr lang="pt-BR" altLang="pt-BR" sz="1400" b="1" dirty="0">
                <a:solidFill>
                  <a:schemeClr val="tx1"/>
                </a:solidFill>
              </a:rPr>
              <a:t>.</a:t>
            </a:r>
          </a:p>
          <a:p>
            <a:pPr algn="ctr">
              <a:spcBef>
                <a:spcPts val="350"/>
              </a:spcBef>
              <a:buSzPct val="100000"/>
            </a:pPr>
            <a:endParaRPr lang="pt-BR" altLang="pt-BR" sz="1400" b="1" dirty="0">
              <a:solidFill>
                <a:schemeClr val="tx1"/>
              </a:solidFill>
            </a:endParaRPr>
          </a:p>
          <a:p>
            <a:pPr algn="ctr">
              <a:spcBef>
                <a:spcPts val="350"/>
              </a:spcBef>
              <a:buSzPct val="100000"/>
            </a:pPr>
            <a:r>
              <a:rPr lang="pt-BR" altLang="pt-BR" sz="1400" b="1" dirty="0">
                <a:solidFill>
                  <a:schemeClr val="tx1"/>
                </a:solidFill>
              </a:rPr>
              <a:t>.</a:t>
            </a:r>
          </a:p>
        </p:txBody>
      </p:sp>
      <p:pic>
        <p:nvPicPr>
          <p:cNvPr id="7" name="Imagem 6" descr="Diagrama, Esquemático&#10;&#10;Descrição gerada automaticamente">
            <a:extLst>
              <a:ext uri="{FF2B5EF4-FFF2-40B4-BE49-F238E27FC236}">
                <a16:creationId xmlns:a16="http://schemas.microsoft.com/office/drawing/2014/main" id="{DC7A3974-0344-B289-8706-9AED9A7A6E73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6205" y="2636865"/>
            <a:ext cx="3302661" cy="2689687"/>
          </a:xfrm>
          <a:prstGeom prst="rect">
            <a:avLst/>
          </a:prstGeom>
        </p:spPr>
      </p:pic>
      <p:pic>
        <p:nvPicPr>
          <p:cNvPr id="8" name="Imagem 7" descr="Diagrama, Esquemático&#10;&#10;Descrição gerada automaticamente">
            <a:extLst>
              <a:ext uri="{FF2B5EF4-FFF2-40B4-BE49-F238E27FC236}">
                <a16:creationId xmlns:a16="http://schemas.microsoft.com/office/drawing/2014/main" id="{1298EE90-6804-A16A-A935-D66E30CBD408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61982" y="2838108"/>
            <a:ext cx="4279074" cy="1965013"/>
          </a:xfrm>
          <a:prstGeom prst="rect">
            <a:avLst/>
          </a:prstGeom>
        </p:spPr>
      </p:pic>
      <p:grpSp>
        <p:nvGrpSpPr>
          <p:cNvPr id="11" name="Grupo 2">
            <a:extLst>
              <a:ext uri="{FF2B5EF4-FFF2-40B4-BE49-F238E27FC236}">
                <a16:creationId xmlns:a16="http://schemas.microsoft.com/office/drawing/2014/main" id="{EFF5D81E-B373-5561-FDD7-1D8721D0109F}"/>
              </a:ext>
            </a:extLst>
          </p:cNvPr>
          <p:cNvGrpSpPr>
            <a:grpSpLocks/>
          </p:cNvGrpSpPr>
          <p:nvPr/>
        </p:nvGrpSpPr>
        <p:grpSpPr bwMode="auto">
          <a:xfrm>
            <a:off x="2053033" y="3005655"/>
            <a:ext cx="2457081" cy="2276068"/>
            <a:chOff x="3924300" y="2143125"/>
            <a:chExt cx="4675188" cy="3724275"/>
          </a:xfrm>
        </p:grpSpPr>
        <p:pic>
          <p:nvPicPr>
            <p:cNvPr id="12" name="Imagem 1">
              <a:extLst>
                <a:ext uri="{FF2B5EF4-FFF2-40B4-BE49-F238E27FC236}">
                  <a16:creationId xmlns:a16="http://schemas.microsoft.com/office/drawing/2014/main" id="{B628C676-E750-BC6E-8638-5F080138BA7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73713" y="2143125"/>
              <a:ext cx="3025775" cy="3724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3" name="Seta para a direita 9">
              <a:extLst>
                <a:ext uri="{FF2B5EF4-FFF2-40B4-BE49-F238E27FC236}">
                  <a16:creationId xmlns:a16="http://schemas.microsoft.com/office/drawing/2014/main" id="{C8C4F1D2-4012-6F49-FC0D-CA95F7585C83}"/>
                </a:ext>
              </a:extLst>
            </p:cNvPr>
            <p:cNvSpPr/>
            <p:nvPr/>
          </p:nvSpPr>
          <p:spPr>
            <a:xfrm>
              <a:off x="3924300" y="3476625"/>
              <a:ext cx="882650" cy="576263"/>
            </a:xfrm>
            <a:prstGeom prst="rightArrow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pt-BR"/>
            </a:p>
          </p:txBody>
        </p:sp>
      </p:grpSp>
      <p:pic>
        <p:nvPicPr>
          <p:cNvPr id="14" name="Imagem 13">
            <a:extLst>
              <a:ext uri="{FF2B5EF4-FFF2-40B4-BE49-F238E27FC236}">
                <a16:creationId xmlns:a16="http://schemas.microsoft.com/office/drawing/2014/main" id="{6AE6012D-7EED-BDD3-0215-DD71D0A638D5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401" y="3292771"/>
            <a:ext cx="2290460" cy="151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5" name="Agrupar 14">
            <a:extLst>
              <a:ext uri="{FF2B5EF4-FFF2-40B4-BE49-F238E27FC236}">
                <a16:creationId xmlns:a16="http://schemas.microsoft.com/office/drawing/2014/main" id="{AA9B5C4C-D5E5-7CA1-15DF-6F318452BA08}"/>
              </a:ext>
            </a:extLst>
          </p:cNvPr>
          <p:cNvGrpSpPr/>
          <p:nvPr/>
        </p:nvGrpSpPr>
        <p:grpSpPr>
          <a:xfrm>
            <a:off x="10065736" y="5709387"/>
            <a:ext cx="2042719" cy="1039235"/>
            <a:chOff x="2298584" y="5213339"/>
            <a:chExt cx="2042719" cy="1039235"/>
          </a:xfrm>
        </p:grpSpPr>
        <p:sp>
          <p:nvSpPr>
            <p:cNvPr id="16" name="Forma Livre: Forma 22">
              <a:extLst>
                <a:ext uri="{FF2B5EF4-FFF2-40B4-BE49-F238E27FC236}">
                  <a16:creationId xmlns:a16="http://schemas.microsoft.com/office/drawing/2014/main" id="{A5FC39ED-830A-2210-EAFC-D97C1B3374EB}"/>
                </a:ext>
              </a:extLst>
            </p:cNvPr>
            <p:cNvSpPr/>
            <p:nvPr/>
          </p:nvSpPr>
          <p:spPr>
            <a:xfrm>
              <a:off x="2298584" y="5213339"/>
              <a:ext cx="2042719" cy="10392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pic>
          <p:nvPicPr>
            <p:cNvPr id="17" name="Imagem 16">
              <a:extLst>
                <a:ext uri="{FF2B5EF4-FFF2-40B4-BE49-F238E27FC236}">
                  <a16:creationId xmlns:a16="http://schemas.microsoft.com/office/drawing/2014/main" id="{27644A74-6893-ECE8-9754-F896176270B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541141" y="5384972"/>
              <a:ext cx="1581371" cy="69596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809639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tângulo 13">
            <a:extLst>
              <a:ext uri="{FF2B5EF4-FFF2-40B4-BE49-F238E27FC236}">
                <a16:creationId xmlns:a16="http://schemas.microsoft.com/office/drawing/2014/main" id="{D0F6C49E-FE04-4CC0-A108-DF96B64C2542}"/>
              </a:ext>
            </a:extLst>
          </p:cNvPr>
          <p:cNvSpPr/>
          <p:nvPr/>
        </p:nvSpPr>
        <p:spPr>
          <a:xfrm>
            <a:off x="1921263" y="134192"/>
            <a:ext cx="6242152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377">
              <a:defRPr/>
            </a:pPr>
            <a:r>
              <a:rPr lang="pt-BR" sz="2800" spc="300" dirty="0">
                <a:solidFill>
                  <a:srgbClr val="005EA9"/>
                </a:solidFill>
                <a:latin typeface="Calibri" panose="020F0502020204030204"/>
                <a:cs typeface="Arial" panose="020B0604020202020204" pitchFamily="34" charset="0"/>
                <a:sym typeface="Arial"/>
              </a:rPr>
              <a:t>Competências que vamos</a:t>
            </a:r>
            <a:endParaRPr lang="pt-BR" sz="2800" b="1" spc="300" dirty="0">
              <a:solidFill>
                <a:srgbClr val="005EA9"/>
              </a:solidFill>
              <a:latin typeface="Calibri" panose="020F0502020204030204"/>
              <a:cs typeface="Arial" panose="020B0604020202020204" pitchFamily="34" charset="0"/>
              <a:sym typeface="Arial"/>
            </a:endParaRPr>
          </a:p>
          <a:p>
            <a:pPr defTabSz="914377">
              <a:defRPr/>
            </a:pPr>
            <a:r>
              <a:rPr lang="pt-BR" sz="4000" b="1" spc="300" dirty="0">
                <a:solidFill>
                  <a:srgbClr val="005EA9"/>
                </a:solidFill>
                <a:latin typeface="Calibri" panose="020F0502020204030204"/>
                <a:cs typeface="Arial" panose="020B0604020202020204" pitchFamily="34" charset="0"/>
                <a:sym typeface="Arial"/>
              </a:rPr>
              <a:t>DESENVOLVER</a:t>
            </a:r>
          </a:p>
        </p:txBody>
      </p:sp>
      <p:grpSp>
        <p:nvGrpSpPr>
          <p:cNvPr id="3" name="Agrupar 2">
            <a:extLst>
              <a:ext uri="{FF2B5EF4-FFF2-40B4-BE49-F238E27FC236}">
                <a16:creationId xmlns:a16="http://schemas.microsoft.com/office/drawing/2014/main" id="{F6D1C5D7-24EF-A3F5-FBF2-F768B87D647C}"/>
              </a:ext>
            </a:extLst>
          </p:cNvPr>
          <p:cNvGrpSpPr/>
          <p:nvPr/>
        </p:nvGrpSpPr>
        <p:grpSpPr>
          <a:xfrm>
            <a:off x="-36576" y="-18288"/>
            <a:ext cx="1810512" cy="1812000"/>
            <a:chOff x="-36576" y="-18288"/>
            <a:chExt cx="3268916" cy="3271602"/>
          </a:xfrm>
        </p:grpSpPr>
        <p:sp>
          <p:nvSpPr>
            <p:cNvPr id="5" name="Forma Livre: Forma 4">
              <a:extLst>
                <a:ext uri="{FF2B5EF4-FFF2-40B4-BE49-F238E27FC236}">
                  <a16:creationId xmlns:a16="http://schemas.microsoft.com/office/drawing/2014/main" id="{908FA3EA-ABE3-E937-F4EC-65B8163D9D71}"/>
                </a:ext>
              </a:extLst>
            </p:cNvPr>
            <p:cNvSpPr/>
            <p:nvPr/>
          </p:nvSpPr>
          <p:spPr>
            <a:xfrm>
              <a:off x="-36576" y="-18288"/>
              <a:ext cx="3268916" cy="3271602"/>
            </a:xfrm>
            <a:custGeom>
              <a:avLst/>
              <a:gdLst>
                <a:gd name="connsiteX0" fmla="*/ 2450802 w 3268916"/>
                <a:gd name="connsiteY0" fmla="*/ 0 h 3271602"/>
                <a:gd name="connsiteX1" fmla="*/ 3154168 w 3268916"/>
                <a:gd name="connsiteY1" fmla="*/ 0 h 3271602"/>
                <a:gd name="connsiteX2" fmla="*/ 3155777 w 3268916"/>
                <a:gd name="connsiteY2" fmla="*/ 4392 h 3271602"/>
                <a:gd name="connsiteX3" fmla="*/ 3268916 w 3268916"/>
                <a:gd name="connsiteY3" fmla="*/ 751602 h 3271602"/>
                <a:gd name="connsiteX4" fmla="*/ 748913 w 3268916"/>
                <a:gd name="connsiteY4" fmla="*/ 3271602 h 3271602"/>
                <a:gd name="connsiteX5" fmla="*/ 240523 w 3268916"/>
                <a:gd name="connsiteY5" fmla="*/ 3218443 h 3271602"/>
                <a:gd name="connsiteX6" fmla="*/ 0 w 3268916"/>
                <a:gd name="connsiteY6" fmla="*/ 3155922 h 3271602"/>
                <a:gd name="connsiteX7" fmla="*/ 0 w 3268916"/>
                <a:gd name="connsiteY7" fmla="*/ 2447446 h 3271602"/>
                <a:gd name="connsiteX8" fmla="*/ 23024 w 3268916"/>
                <a:gd name="connsiteY8" fmla="*/ 2458527 h 3271602"/>
                <a:gd name="connsiteX9" fmla="*/ 748913 w 3268916"/>
                <a:gd name="connsiteY9" fmla="*/ 2606691 h 3271602"/>
                <a:gd name="connsiteX10" fmla="*/ 2612319 w 3268916"/>
                <a:gd name="connsiteY10" fmla="*/ 751603 h 3271602"/>
                <a:gd name="connsiteX11" fmla="*/ 2466072 w 3268916"/>
                <a:gd name="connsiteY11" fmla="*/ 31524 h 3271602"/>
                <a:gd name="connsiteX12" fmla="*/ 2450802 w 3268916"/>
                <a:gd name="connsiteY12" fmla="*/ 0 h 32716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268916" h="3271602">
                  <a:moveTo>
                    <a:pt x="2450802" y="0"/>
                  </a:moveTo>
                  <a:lnTo>
                    <a:pt x="3154168" y="0"/>
                  </a:lnTo>
                  <a:lnTo>
                    <a:pt x="3155777" y="4392"/>
                  </a:lnTo>
                  <a:cubicBezTo>
                    <a:pt x="3229315" y="240512"/>
                    <a:pt x="3268916" y="491470"/>
                    <a:pt x="3268916" y="751602"/>
                  </a:cubicBezTo>
                  <a:cubicBezTo>
                    <a:pt x="3268916" y="2138972"/>
                    <a:pt x="2142490" y="3265395"/>
                    <a:pt x="748913" y="3271602"/>
                  </a:cubicBezTo>
                  <a:cubicBezTo>
                    <a:pt x="574716" y="3270826"/>
                    <a:pt x="404693" y="3252547"/>
                    <a:pt x="240523" y="3218443"/>
                  </a:cubicBezTo>
                  <a:lnTo>
                    <a:pt x="0" y="3155922"/>
                  </a:lnTo>
                  <a:lnTo>
                    <a:pt x="0" y="2447446"/>
                  </a:lnTo>
                  <a:lnTo>
                    <a:pt x="23024" y="2458527"/>
                  </a:lnTo>
                  <a:cubicBezTo>
                    <a:pt x="246022" y="2552866"/>
                    <a:pt x="491294" y="2605549"/>
                    <a:pt x="748913" y="2606691"/>
                  </a:cubicBezTo>
                  <a:cubicBezTo>
                    <a:pt x="1779387" y="2602122"/>
                    <a:pt x="2612319" y="1772910"/>
                    <a:pt x="2612319" y="751603"/>
                  </a:cubicBezTo>
                  <a:cubicBezTo>
                    <a:pt x="2612319" y="496276"/>
                    <a:pt x="2560261" y="252955"/>
                    <a:pt x="2466072" y="31524"/>
                  </a:cubicBezTo>
                  <a:lnTo>
                    <a:pt x="2450802" y="0"/>
                  </a:lnTo>
                  <a:close/>
                </a:path>
              </a:pathLst>
            </a:custGeom>
            <a:noFill/>
            <a:ln w="38100">
              <a:solidFill>
                <a:srgbClr val="005EA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pt-BR"/>
            </a:p>
          </p:txBody>
        </p:sp>
        <p:sp>
          <p:nvSpPr>
            <p:cNvPr id="6" name="Forma Livre: Forma 5">
              <a:extLst>
                <a:ext uri="{FF2B5EF4-FFF2-40B4-BE49-F238E27FC236}">
                  <a16:creationId xmlns:a16="http://schemas.microsoft.com/office/drawing/2014/main" id="{B3A83ADA-E018-F66C-43EA-A6129AA78C3D}"/>
                </a:ext>
              </a:extLst>
            </p:cNvPr>
            <p:cNvSpPr/>
            <p:nvPr/>
          </p:nvSpPr>
          <p:spPr>
            <a:xfrm>
              <a:off x="-36575" y="-18288"/>
              <a:ext cx="2612319" cy="2606691"/>
            </a:xfrm>
            <a:custGeom>
              <a:avLst/>
              <a:gdLst>
                <a:gd name="connsiteX0" fmla="*/ 0 w 2612319"/>
                <a:gd name="connsiteY0" fmla="*/ 0 h 2606691"/>
                <a:gd name="connsiteX1" fmla="*/ 2450802 w 2612319"/>
                <a:gd name="connsiteY1" fmla="*/ 0 h 2606691"/>
                <a:gd name="connsiteX2" fmla="*/ 2466072 w 2612319"/>
                <a:gd name="connsiteY2" fmla="*/ 31524 h 2606691"/>
                <a:gd name="connsiteX3" fmla="*/ 2612319 w 2612319"/>
                <a:gd name="connsiteY3" fmla="*/ 751603 h 2606691"/>
                <a:gd name="connsiteX4" fmla="*/ 748913 w 2612319"/>
                <a:gd name="connsiteY4" fmla="*/ 2606691 h 2606691"/>
                <a:gd name="connsiteX5" fmla="*/ 23024 w 2612319"/>
                <a:gd name="connsiteY5" fmla="*/ 2458527 h 2606691"/>
                <a:gd name="connsiteX6" fmla="*/ 0 w 2612319"/>
                <a:gd name="connsiteY6" fmla="*/ 2447446 h 2606691"/>
                <a:gd name="connsiteX7" fmla="*/ 0 w 2612319"/>
                <a:gd name="connsiteY7" fmla="*/ 0 h 2606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612319" h="2606691">
                  <a:moveTo>
                    <a:pt x="0" y="0"/>
                  </a:moveTo>
                  <a:lnTo>
                    <a:pt x="2450802" y="0"/>
                  </a:lnTo>
                  <a:lnTo>
                    <a:pt x="2466072" y="31524"/>
                  </a:lnTo>
                  <a:cubicBezTo>
                    <a:pt x="2560261" y="252955"/>
                    <a:pt x="2612319" y="496276"/>
                    <a:pt x="2612319" y="751603"/>
                  </a:cubicBezTo>
                  <a:cubicBezTo>
                    <a:pt x="2612319" y="1772910"/>
                    <a:pt x="1779387" y="2602122"/>
                    <a:pt x="748913" y="2606691"/>
                  </a:cubicBezTo>
                  <a:cubicBezTo>
                    <a:pt x="491294" y="2605549"/>
                    <a:pt x="246022" y="2552866"/>
                    <a:pt x="23024" y="2458527"/>
                  </a:cubicBezTo>
                  <a:lnTo>
                    <a:pt x="0" y="24474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5EA9"/>
            </a:solidFill>
            <a:ln>
              <a:solidFill>
                <a:srgbClr val="005EA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pt-BR"/>
            </a:p>
          </p:txBody>
        </p:sp>
      </p:grpSp>
      <p:sp>
        <p:nvSpPr>
          <p:cNvPr id="23" name="Forma Livre: Forma 22">
            <a:extLst>
              <a:ext uri="{FF2B5EF4-FFF2-40B4-BE49-F238E27FC236}">
                <a16:creationId xmlns:a16="http://schemas.microsoft.com/office/drawing/2014/main" id="{FBD8DCB1-3C92-9B8D-80BE-67B3BB64373F}"/>
              </a:ext>
            </a:extLst>
          </p:cNvPr>
          <p:cNvSpPr/>
          <p:nvPr/>
        </p:nvSpPr>
        <p:spPr>
          <a:xfrm>
            <a:off x="9867340" y="5562554"/>
            <a:ext cx="2315953" cy="1293421"/>
          </a:xfrm>
          <a:custGeom>
            <a:avLst/>
            <a:gdLst>
              <a:gd name="connsiteX0" fmla="*/ 1860123 w 3205936"/>
              <a:gd name="connsiteY0" fmla="*/ 0 h 1790461"/>
              <a:gd name="connsiteX1" fmla="*/ 3178253 w 3205936"/>
              <a:gd name="connsiteY1" fmla="*/ 546268 h 1790461"/>
              <a:gd name="connsiteX2" fmla="*/ 3205936 w 3205936"/>
              <a:gd name="connsiteY2" fmla="*/ 576584 h 1790461"/>
              <a:gd name="connsiteX3" fmla="*/ 3205936 w 3205936"/>
              <a:gd name="connsiteY3" fmla="*/ 1790461 h 1790461"/>
              <a:gd name="connsiteX4" fmla="*/ 0 w 3205936"/>
              <a:gd name="connsiteY4" fmla="*/ 1790461 h 1790461"/>
              <a:gd name="connsiteX5" fmla="*/ 6323 w 3205936"/>
              <a:gd name="connsiteY5" fmla="*/ 1665999 h 1790461"/>
              <a:gd name="connsiteX6" fmla="*/ 1860123 w 3205936"/>
              <a:gd name="connsiteY6" fmla="*/ 0 h 17904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205936" h="1790461">
                <a:moveTo>
                  <a:pt x="1860123" y="0"/>
                </a:moveTo>
                <a:cubicBezTo>
                  <a:pt x="2375360" y="2285"/>
                  <a:pt x="2841211" y="210730"/>
                  <a:pt x="3178253" y="546268"/>
                </a:cubicBezTo>
                <a:lnTo>
                  <a:pt x="3205936" y="576584"/>
                </a:lnTo>
                <a:lnTo>
                  <a:pt x="3205936" y="1790461"/>
                </a:lnTo>
                <a:lnTo>
                  <a:pt x="0" y="1790461"/>
                </a:lnTo>
                <a:lnTo>
                  <a:pt x="6323" y="1665999"/>
                </a:lnTo>
                <a:cubicBezTo>
                  <a:pt x="101605" y="733351"/>
                  <a:pt x="894053" y="4285"/>
                  <a:pt x="1860123" y="0"/>
                </a:cubicBezTo>
                <a:close/>
              </a:path>
            </a:pathLst>
          </a:custGeom>
          <a:solidFill>
            <a:srgbClr val="005EA9"/>
          </a:solidFill>
          <a:ln w="38100">
            <a:solidFill>
              <a:srgbClr val="005EA9"/>
            </a:solidFill>
          </a:ln>
        </p:spPr>
        <p:txBody>
          <a:bodyPr wrap="square">
            <a:noAutofit/>
          </a:bodyPr>
          <a:lstStyle/>
          <a:p>
            <a:endParaRPr lang="pt-BR"/>
          </a:p>
        </p:txBody>
      </p:sp>
      <p:pic>
        <p:nvPicPr>
          <p:cNvPr id="4" name="Imagem 3" descr="Desenho com traços pretos em fundo branco e letras pretas&#10;&#10;O conteúdo gerado por IA pode estar incorreto.">
            <a:extLst>
              <a:ext uri="{FF2B5EF4-FFF2-40B4-BE49-F238E27FC236}">
                <a16:creationId xmlns:a16="http://schemas.microsoft.com/office/drawing/2014/main" id="{F54703C5-F74C-3806-75BB-50B4FCC89E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5060" y="6104261"/>
            <a:ext cx="1464457" cy="644361"/>
          </a:xfrm>
          <a:prstGeom prst="rect">
            <a:avLst/>
          </a:prstGeom>
        </p:spPr>
      </p:pic>
      <p:grpSp>
        <p:nvGrpSpPr>
          <p:cNvPr id="2" name="Agrupar 1">
            <a:extLst>
              <a:ext uri="{FF2B5EF4-FFF2-40B4-BE49-F238E27FC236}">
                <a16:creationId xmlns:a16="http://schemas.microsoft.com/office/drawing/2014/main" id="{02736F46-4483-BCAE-BB0B-637F5E36B9B9}"/>
              </a:ext>
            </a:extLst>
          </p:cNvPr>
          <p:cNvGrpSpPr/>
          <p:nvPr/>
        </p:nvGrpSpPr>
        <p:grpSpPr>
          <a:xfrm>
            <a:off x="3876" y="5529943"/>
            <a:ext cx="12177242" cy="1333032"/>
            <a:chOff x="3876" y="5529943"/>
            <a:chExt cx="12177242" cy="1333032"/>
          </a:xfrm>
        </p:grpSpPr>
        <p:pic>
          <p:nvPicPr>
            <p:cNvPr id="8" name="Imagem 7">
              <a:extLst>
                <a:ext uri="{FF2B5EF4-FFF2-40B4-BE49-F238E27FC236}">
                  <a16:creationId xmlns:a16="http://schemas.microsoft.com/office/drawing/2014/main" id="{96640059-BADD-3BB8-2062-0B180068867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876" y="5577512"/>
              <a:ext cx="2422144" cy="1285462"/>
            </a:xfrm>
            <a:prstGeom prst="rect">
              <a:avLst/>
            </a:prstGeom>
          </p:spPr>
        </p:pic>
        <p:pic>
          <p:nvPicPr>
            <p:cNvPr id="9" name="Imagem 8">
              <a:extLst>
                <a:ext uri="{FF2B5EF4-FFF2-40B4-BE49-F238E27FC236}">
                  <a16:creationId xmlns:a16="http://schemas.microsoft.com/office/drawing/2014/main" id="{279F596F-F77C-D86D-E528-1FBBED4DECA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572806" y="5577512"/>
              <a:ext cx="2570925" cy="1285462"/>
            </a:xfrm>
            <a:prstGeom prst="rect">
              <a:avLst/>
            </a:prstGeom>
          </p:spPr>
        </p:pic>
        <p:pic>
          <p:nvPicPr>
            <p:cNvPr id="10" name="Imagem 9">
              <a:extLst>
                <a:ext uri="{FF2B5EF4-FFF2-40B4-BE49-F238E27FC236}">
                  <a16:creationId xmlns:a16="http://schemas.microsoft.com/office/drawing/2014/main" id="{43F12EF1-FBF2-3664-95F4-C4B4CDEC895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275041" y="5563964"/>
              <a:ext cx="2306654" cy="1299010"/>
            </a:xfrm>
            <a:prstGeom prst="rect">
              <a:avLst/>
            </a:prstGeom>
          </p:spPr>
        </p:pic>
        <p:pic>
          <p:nvPicPr>
            <p:cNvPr id="11" name="Imagem 10">
              <a:extLst>
                <a:ext uri="{FF2B5EF4-FFF2-40B4-BE49-F238E27FC236}">
                  <a16:creationId xmlns:a16="http://schemas.microsoft.com/office/drawing/2014/main" id="{7C1C80DA-26F9-B6E3-39FA-E322FA552E5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514958" y="5580952"/>
              <a:ext cx="1926537" cy="1282023"/>
            </a:xfrm>
            <a:prstGeom prst="rect">
              <a:avLst/>
            </a:prstGeom>
          </p:spPr>
        </p:pic>
        <p:pic>
          <p:nvPicPr>
            <p:cNvPr id="12" name="Imagem 11">
              <a:extLst>
                <a:ext uri="{FF2B5EF4-FFF2-40B4-BE49-F238E27FC236}">
                  <a16:creationId xmlns:a16="http://schemas.microsoft.com/office/drawing/2014/main" id="{FF9EAF16-6381-F277-F912-C8C06DE8829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9713005" y="5529943"/>
              <a:ext cx="2468113" cy="1328057"/>
            </a:xfrm>
            <a:prstGeom prst="rect">
              <a:avLst/>
            </a:prstGeom>
          </p:spPr>
        </p:pic>
      </p:grp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431A92B8-CAFA-5554-1076-9A05D4C8C236}"/>
              </a:ext>
            </a:extLst>
          </p:cNvPr>
          <p:cNvSpPr txBox="1"/>
          <p:nvPr/>
        </p:nvSpPr>
        <p:spPr>
          <a:xfrm>
            <a:off x="684213" y="1957278"/>
            <a:ext cx="11076863" cy="3508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>
              <a:defRPr/>
            </a:pPr>
            <a:r>
              <a:rPr lang="pt-BR" sz="2400" dirty="0">
                <a:solidFill>
                  <a:srgbClr val="000000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Assim, o curso tem por objetivo </a:t>
            </a:r>
            <a:r>
              <a:rPr lang="pt-BR" sz="2400" b="1" dirty="0">
                <a:solidFill>
                  <a:srgbClr val="002060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desenvolver</a:t>
            </a:r>
            <a:r>
              <a:rPr lang="pt-BR" sz="2400" dirty="0">
                <a:solidFill>
                  <a:srgbClr val="000000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 no aluno as seguintes </a:t>
            </a:r>
            <a:r>
              <a:rPr lang="pt-BR" sz="2400" dirty="0">
                <a:solidFill>
                  <a:srgbClr val="00B050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habilidades</a:t>
            </a:r>
            <a:r>
              <a:rPr lang="pt-BR" sz="2400" dirty="0">
                <a:solidFill>
                  <a:srgbClr val="000000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:</a:t>
            </a:r>
          </a:p>
          <a:p>
            <a:pPr defTabSz="914400">
              <a:defRPr/>
            </a:pPr>
            <a:endParaRPr lang="pt-BR" sz="2400" dirty="0">
              <a:solidFill>
                <a:srgbClr val="000000"/>
              </a:solidFill>
              <a:latin typeface="Calibri" panose="020F0502020204030204" pitchFamily="34" charset="0"/>
              <a:ea typeface="Verdana" panose="020B0604030504040204" pitchFamily="34" charset="0"/>
              <a:cs typeface="Calibri" panose="020F0502020204030204" pitchFamily="34" charset="0"/>
            </a:endParaRPr>
          </a:p>
          <a:p>
            <a:pPr marL="285750" indent="-285750">
              <a:spcAft>
                <a:spcPts val="1800"/>
              </a:spcAft>
              <a:buFont typeface="Wingdings" panose="05000000000000000000" pitchFamily="2" charset="2"/>
              <a:buChar char="ü"/>
              <a:defRPr/>
            </a:pPr>
            <a:r>
              <a:rPr lang="pt-BR" sz="2400" dirty="0">
                <a:solidFill>
                  <a:srgbClr val="00B050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Conhecer</a:t>
            </a:r>
            <a:r>
              <a:rPr lang="pt-BR" sz="2400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, </a:t>
            </a:r>
            <a:r>
              <a:rPr lang="pt-BR" sz="2400" dirty="0">
                <a:solidFill>
                  <a:srgbClr val="00B050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selecionar </a:t>
            </a:r>
            <a:r>
              <a:rPr lang="pt-BR" sz="2400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e </a:t>
            </a:r>
            <a:r>
              <a:rPr lang="pt-BR" sz="2400" dirty="0">
                <a:solidFill>
                  <a:srgbClr val="00B050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utilizar corretamente </a:t>
            </a:r>
            <a:r>
              <a:rPr lang="pt-BR" sz="2400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os </a:t>
            </a:r>
            <a:r>
              <a:rPr lang="pt-BR" sz="2400" dirty="0">
                <a:solidFill>
                  <a:srgbClr val="00B050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instrumentos básicos </a:t>
            </a:r>
            <a:r>
              <a:rPr lang="pt-BR" sz="2400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de um </a:t>
            </a:r>
            <a:r>
              <a:rPr lang="pt-BR" sz="2400" b="1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laboratório de eletrônica</a:t>
            </a:r>
            <a:r>
              <a:rPr lang="pt-BR" sz="2400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.</a:t>
            </a:r>
          </a:p>
          <a:p>
            <a:pPr marL="285750" indent="-285750">
              <a:spcAft>
                <a:spcPts val="1800"/>
              </a:spcAft>
              <a:buFont typeface="Wingdings" panose="05000000000000000000" pitchFamily="2" charset="2"/>
              <a:buChar char="ü"/>
              <a:defRPr/>
            </a:pPr>
            <a:r>
              <a:rPr lang="pt-BR" sz="2400" dirty="0">
                <a:solidFill>
                  <a:srgbClr val="00B050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Montar e testar circuitos eletrônicos</a:t>
            </a:r>
            <a:r>
              <a:rPr lang="pt-BR" sz="2400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, </a:t>
            </a:r>
            <a:r>
              <a:rPr lang="pt-BR" sz="2400" u="sng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gerando</a:t>
            </a:r>
            <a:r>
              <a:rPr lang="pt-BR" sz="2400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 </a:t>
            </a:r>
            <a:r>
              <a:rPr lang="pt-BR" sz="2400" b="1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sinais de estímulo nas entradas </a:t>
            </a:r>
            <a:r>
              <a:rPr lang="pt-BR" sz="2400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e </a:t>
            </a:r>
            <a:r>
              <a:rPr lang="pt-BR" sz="2400" u="sng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medindo e interpretando</a:t>
            </a:r>
            <a:r>
              <a:rPr lang="pt-BR" sz="2400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 adequadamente os </a:t>
            </a:r>
            <a:r>
              <a:rPr lang="pt-BR" sz="2400" b="1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sinais de saída</a:t>
            </a:r>
            <a:r>
              <a:rPr lang="pt-BR" sz="2400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.</a:t>
            </a:r>
          </a:p>
          <a:p>
            <a:pPr marL="285750" indent="-285750">
              <a:spcAft>
                <a:spcPts val="1800"/>
              </a:spcAft>
              <a:buFont typeface="Wingdings" panose="05000000000000000000" pitchFamily="2" charset="2"/>
              <a:buChar char="ü"/>
              <a:defRPr/>
            </a:pPr>
            <a:r>
              <a:rPr lang="pt-BR" sz="2400" dirty="0">
                <a:solidFill>
                  <a:srgbClr val="00B050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Reconhecer e aplicar os dispositivos semicondutores básicos</a:t>
            </a:r>
            <a:r>
              <a:rPr lang="pt-BR" sz="2400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, tomando por base suas características, configurações e modos de operação.</a:t>
            </a:r>
          </a:p>
        </p:txBody>
      </p:sp>
    </p:spTree>
    <p:extLst>
      <p:ext uri="{BB962C8B-B14F-4D97-AF65-F5344CB8AC3E}">
        <p14:creationId xmlns:p14="http://schemas.microsoft.com/office/powerpoint/2010/main" val="30137530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A22D1C-3F0E-7296-3BB2-A10BD29B39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tângulo 13">
            <a:extLst>
              <a:ext uri="{FF2B5EF4-FFF2-40B4-BE49-F238E27FC236}">
                <a16:creationId xmlns:a16="http://schemas.microsoft.com/office/drawing/2014/main" id="{AA103D4E-D8F0-B23F-BD21-968457FA3E57}"/>
              </a:ext>
            </a:extLst>
          </p:cNvPr>
          <p:cNvSpPr/>
          <p:nvPr/>
        </p:nvSpPr>
        <p:spPr>
          <a:xfrm>
            <a:off x="1921263" y="134192"/>
            <a:ext cx="6242152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377">
              <a:defRPr/>
            </a:pPr>
            <a:r>
              <a:rPr lang="pt-BR" sz="2800" spc="300" dirty="0">
                <a:solidFill>
                  <a:srgbClr val="005EA9"/>
                </a:solidFill>
                <a:latin typeface="Calibri" panose="020F0502020204030204"/>
                <a:cs typeface="Arial" panose="020B0604020202020204" pitchFamily="34" charset="0"/>
                <a:sym typeface="Arial"/>
              </a:rPr>
              <a:t>Competências que vamos</a:t>
            </a:r>
            <a:endParaRPr lang="pt-BR" sz="2800" b="1" spc="300" dirty="0">
              <a:solidFill>
                <a:srgbClr val="005EA9"/>
              </a:solidFill>
              <a:latin typeface="Calibri" panose="020F0502020204030204"/>
              <a:cs typeface="Arial" panose="020B0604020202020204" pitchFamily="34" charset="0"/>
              <a:sym typeface="Arial"/>
            </a:endParaRPr>
          </a:p>
          <a:p>
            <a:pPr defTabSz="914377">
              <a:defRPr/>
            </a:pPr>
            <a:r>
              <a:rPr lang="pt-BR" sz="4000" b="1" spc="300" dirty="0">
                <a:solidFill>
                  <a:srgbClr val="005EA9"/>
                </a:solidFill>
                <a:latin typeface="Calibri" panose="020F0502020204030204"/>
                <a:cs typeface="Arial" panose="020B0604020202020204" pitchFamily="34" charset="0"/>
                <a:sym typeface="Arial"/>
              </a:rPr>
              <a:t>DESENVOLVER</a:t>
            </a:r>
          </a:p>
        </p:txBody>
      </p:sp>
      <p:grpSp>
        <p:nvGrpSpPr>
          <p:cNvPr id="3" name="Agrupar 2">
            <a:extLst>
              <a:ext uri="{FF2B5EF4-FFF2-40B4-BE49-F238E27FC236}">
                <a16:creationId xmlns:a16="http://schemas.microsoft.com/office/drawing/2014/main" id="{E3220E1C-3AC6-2C89-72F3-88C3FF0D4A9F}"/>
              </a:ext>
            </a:extLst>
          </p:cNvPr>
          <p:cNvGrpSpPr/>
          <p:nvPr/>
        </p:nvGrpSpPr>
        <p:grpSpPr>
          <a:xfrm>
            <a:off x="-36576" y="-18288"/>
            <a:ext cx="1810512" cy="1812000"/>
            <a:chOff x="-36576" y="-18288"/>
            <a:chExt cx="3268916" cy="3271602"/>
          </a:xfrm>
        </p:grpSpPr>
        <p:sp>
          <p:nvSpPr>
            <p:cNvPr id="5" name="Forma Livre: Forma 4">
              <a:extLst>
                <a:ext uri="{FF2B5EF4-FFF2-40B4-BE49-F238E27FC236}">
                  <a16:creationId xmlns:a16="http://schemas.microsoft.com/office/drawing/2014/main" id="{AB35188A-B77B-E7DA-F5D9-69CAB0610F76}"/>
                </a:ext>
              </a:extLst>
            </p:cNvPr>
            <p:cNvSpPr/>
            <p:nvPr/>
          </p:nvSpPr>
          <p:spPr>
            <a:xfrm>
              <a:off x="-36576" y="-18288"/>
              <a:ext cx="3268916" cy="3271602"/>
            </a:xfrm>
            <a:custGeom>
              <a:avLst/>
              <a:gdLst>
                <a:gd name="connsiteX0" fmla="*/ 2450802 w 3268916"/>
                <a:gd name="connsiteY0" fmla="*/ 0 h 3271602"/>
                <a:gd name="connsiteX1" fmla="*/ 3154168 w 3268916"/>
                <a:gd name="connsiteY1" fmla="*/ 0 h 3271602"/>
                <a:gd name="connsiteX2" fmla="*/ 3155777 w 3268916"/>
                <a:gd name="connsiteY2" fmla="*/ 4392 h 3271602"/>
                <a:gd name="connsiteX3" fmla="*/ 3268916 w 3268916"/>
                <a:gd name="connsiteY3" fmla="*/ 751602 h 3271602"/>
                <a:gd name="connsiteX4" fmla="*/ 748913 w 3268916"/>
                <a:gd name="connsiteY4" fmla="*/ 3271602 h 3271602"/>
                <a:gd name="connsiteX5" fmla="*/ 240523 w 3268916"/>
                <a:gd name="connsiteY5" fmla="*/ 3218443 h 3271602"/>
                <a:gd name="connsiteX6" fmla="*/ 0 w 3268916"/>
                <a:gd name="connsiteY6" fmla="*/ 3155922 h 3271602"/>
                <a:gd name="connsiteX7" fmla="*/ 0 w 3268916"/>
                <a:gd name="connsiteY7" fmla="*/ 2447446 h 3271602"/>
                <a:gd name="connsiteX8" fmla="*/ 23024 w 3268916"/>
                <a:gd name="connsiteY8" fmla="*/ 2458527 h 3271602"/>
                <a:gd name="connsiteX9" fmla="*/ 748913 w 3268916"/>
                <a:gd name="connsiteY9" fmla="*/ 2606691 h 3271602"/>
                <a:gd name="connsiteX10" fmla="*/ 2612319 w 3268916"/>
                <a:gd name="connsiteY10" fmla="*/ 751603 h 3271602"/>
                <a:gd name="connsiteX11" fmla="*/ 2466072 w 3268916"/>
                <a:gd name="connsiteY11" fmla="*/ 31524 h 3271602"/>
                <a:gd name="connsiteX12" fmla="*/ 2450802 w 3268916"/>
                <a:gd name="connsiteY12" fmla="*/ 0 h 32716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268916" h="3271602">
                  <a:moveTo>
                    <a:pt x="2450802" y="0"/>
                  </a:moveTo>
                  <a:lnTo>
                    <a:pt x="3154168" y="0"/>
                  </a:lnTo>
                  <a:lnTo>
                    <a:pt x="3155777" y="4392"/>
                  </a:lnTo>
                  <a:cubicBezTo>
                    <a:pt x="3229315" y="240512"/>
                    <a:pt x="3268916" y="491470"/>
                    <a:pt x="3268916" y="751602"/>
                  </a:cubicBezTo>
                  <a:cubicBezTo>
                    <a:pt x="3268916" y="2138972"/>
                    <a:pt x="2142490" y="3265395"/>
                    <a:pt x="748913" y="3271602"/>
                  </a:cubicBezTo>
                  <a:cubicBezTo>
                    <a:pt x="574716" y="3270826"/>
                    <a:pt x="404693" y="3252547"/>
                    <a:pt x="240523" y="3218443"/>
                  </a:cubicBezTo>
                  <a:lnTo>
                    <a:pt x="0" y="3155922"/>
                  </a:lnTo>
                  <a:lnTo>
                    <a:pt x="0" y="2447446"/>
                  </a:lnTo>
                  <a:lnTo>
                    <a:pt x="23024" y="2458527"/>
                  </a:lnTo>
                  <a:cubicBezTo>
                    <a:pt x="246022" y="2552866"/>
                    <a:pt x="491294" y="2605549"/>
                    <a:pt x="748913" y="2606691"/>
                  </a:cubicBezTo>
                  <a:cubicBezTo>
                    <a:pt x="1779387" y="2602122"/>
                    <a:pt x="2612319" y="1772910"/>
                    <a:pt x="2612319" y="751603"/>
                  </a:cubicBezTo>
                  <a:cubicBezTo>
                    <a:pt x="2612319" y="496276"/>
                    <a:pt x="2560261" y="252955"/>
                    <a:pt x="2466072" y="31524"/>
                  </a:cubicBezTo>
                  <a:lnTo>
                    <a:pt x="2450802" y="0"/>
                  </a:lnTo>
                  <a:close/>
                </a:path>
              </a:pathLst>
            </a:custGeom>
            <a:noFill/>
            <a:ln w="38100">
              <a:solidFill>
                <a:srgbClr val="005EA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pt-BR"/>
            </a:p>
          </p:txBody>
        </p:sp>
        <p:sp>
          <p:nvSpPr>
            <p:cNvPr id="6" name="Forma Livre: Forma 5">
              <a:extLst>
                <a:ext uri="{FF2B5EF4-FFF2-40B4-BE49-F238E27FC236}">
                  <a16:creationId xmlns:a16="http://schemas.microsoft.com/office/drawing/2014/main" id="{936CBF31-2010-F6BB-6248-1F9F35A354F7}"/>
                </a:ext>
              </a:extLst>
            </p:cNvPr>
            <p:cNvSpPr/>
            <p:nvPr/>
          </p:nvSpPr>
          <p:spPr>
            <a:xfrm>
              <a:off x="-36575" y="-18288"/>
              <a:ext cx="2612319" cy="2606691"/>
            </a:xfrm>
            <a:custGeom>
              <a:avLst/>
              <a:gdLst>
                <a:gd name="connsiteX0" fmla="*/ 0 w 2612319"/>
                <a:gd name="connsiteY0" fmla="*/ 0 h 2606691"/>
                <a:gd name="connsiteX1" fmla="*/ 2450802 w 2612319"/>
                <a:gd name="connsiteY1" fmla="*/ 0 h 2606691"/>
                <a:gd name="connsiteX2" fmla="*/ 2466072 w 2612319"/>
                <a:gd name="connsiteY2" fmla="*/ 31524 h 2606691"/>
                <a:gd name="connsiteX3" fmla="*/ 2612319 w 2612319"/>
                <a:gd name="connsiteY3" fmla="*/ 751603 h 2606691"/>
                <a:gd name="connsiteX4" fmla="*/ 748913 w 2612319"/>
                <a:gd name="connsiteY4" fmla="*/ 2606691 h 2606691"/>
                <a:gd name="connsiteX5" fmla="*/ 23024 w 2612319"/>
                <a:gd name="connsiteY5" fmla="*/ 2458527 h 2606691"/>
                <a:gd name="connsiteX6" fmla="*/ 0 w 2612319"/>
                <a:gd name="connsiteY6" fmla="*/ 2447446 h 2606691"/>
                <a:gd name="connsiteX7" fmla="*/ 0 w 2612319"/>
                <a:gd name="connsiteY7" fmla="*/ 0 h 2606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612319" h="2606691">
                  <a:moveTo>
                    <a:pt x="0" y="0"/>
                  </a:moveTo>
                  <a:lnTo>
                    <a:pt x="2450802" y="0"/>
                  </a:lnTo>
                  <a:lnTo>
                    <a:pt x="2466072" y="31524"/>
                  </a:lnTo>
                  <a:cubicBezTo>
                    <a:pt x="2560261" y="252955"/>
                    <a:pt x="2612319" y="496276"/>
                    <a:pt x="2612319" y="751603"/>
                  </a:cubicBezTo>
                  <a:cubicBezTo>
                    <a:pt x="2612319" y="1772910"/>
                    <a:pt x="1779387" y="2602122"/>
                    <a:pt x="748913" y="2606691"/>
                  </a:cubicBezTo>
                  <a:cubicBezTo>
                    <a:pt x="491294" y="2605549"/>
                    <a:pt x="246022" y="2552866"/>
                    <a:pt x="23024" y="2458527"/>
                  </a:cubicBezTo>
                  <a:lnTo>
                    <a:pt x="0" y="24474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5EA9"/>
            </a:solidFill>
            <a:ln>
              <a:solidFill>
                <a:srgbClr val="005EA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pt-BR"/>
            </a:p>
          </p:txBody>
        </p:sp>
      </p:grpSp>
      <p:sp>
        <p:nvSpPr>
          <p:cNvPr id="23" name="Forma Livre: Forma 22">
            <a:extLst>
              <a:ext uri="{FF2B5EF4-FFF2-40B4-BE49-F238E27FC236}">
                <a16:creationId xmlns:a16="http://schemas.microsoft.com/office/drawing/2014/main" id="{733BEFE9-CE64-99D6-508C-B657E4AA0AFE}"/>
              </a:ext>
            </a:extLst>
          </p:cNvPr>
          <p:cNvSpPr/>
          <p:nvPr/>
        </p:nvSpPr>
        <p:spPr>
          <a:xfrm>
            <a:off x="9867340" y="5562554"/>
            <a:ext cx="2315953" cy="1293421"/>
          </a:xfrm>
          <a:custGeom>
            <a:avLst/>
            <a:gdLst>
              <a:gd name="connsiteX0" fmla="*/ 1860123 w 3205936"/>
              <a:gd name="connsiteY0" fmla="*/ 0 h 1790461"/>
              <a:gd name="connsiteX1" fmla="*/ 3178253 w 3205936"/>
              <a:gd name="connsiteY1" fmla="*/ 546268 h 1790461"/>
              <a:gd name="connsiteX2" fmla="*/ 3205936 w 3205936"/>
              <a:gd name="connsiteY2" fmla="*/ 576584 h 1790461"/>
              <a:gd name="connsiteX3" fmla="*/ 3205936 w 3205936"/>
              <a:gd name="connsiteY3" fmla="*/ 1790461 h 1790461"/>
              <a:gd name="connsiteX4" fmla="*/ 0 w 3205936"/>
              <a:gd name="connsiteY4" fmla="*/ 1790461 h 1790461"/>
              <a:gd name="connsiteX5" fmla="*/ 6323 w 3205936"/>
              <a:gd name="connsiteY5" fmla="*/ 1665999 h 1790461"/>
              <a:gd name="connsiteX6" fmla="*/ 1860123 w 3205936"/>
              <a:gd name="connsiteY6" fmla="*/ 0 h 17904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205936" h="1790461">
                <a:moveTo>
                  <a:pt x="1860123" y="0"/>
                </a:moveTo>
                <a:cubicBezTo>
                  <a:pt x="2375360" y="2285"/>
                  <a:pt x="2841211" y="210730"/>
                  <a:pt x="3178253" y="546268"/>
                </a:cubicBezTo>
                <a:lnTo>
                  <a:pt x="3205936" y="576584"/>
                </a:lnTo>
                <a:lnTo>
                  <a:pt x="3205936" y="1790461"/>
                </a:lnTo>
                <a:lnTo>
                  <a:pt x="0" y="1790461"/>
                </a:lnTo>
                <a:lnTo>
                  <a:pt x="6323" y="1665999"/>
                </a:lnTo>
                <a:cubicBezTo>
                  <a:pt x="101605" y="733351"/>
                  <a:pt x="894053" y="4285"/>
                  <a:pt x="1860123" y="0"/>
                </a:cubicBezTo>
                <a:close/>
              </a:path>
            </a:pathLst>
          </a:custGeom>
          <a:solidFill>
            <a:srgbClr val="005EA9"/>
          </a:solidFill>
          <a:ln w="38100">
            <a:solidFill>
              <a:srgbClr val="005EA9"/>
            </a:solidFill>
          </a:ln>
        </p:spPr>
        <p:txBody>
          <a:bodyPr wrap="square">
            <a:noAutofit/>
          </a:bodyPr>
          <a:lstStyle/>
          <a:p>
            <a:endParaRPr lang="pt-BR"/>
          </a:p>
        </p:txBody>
      </p:sp>
      <p:pic>
        <p:nvPicPr>
          <p:cNvPr id="4" name="Imagem 3" descr="Desenho com traços pretos em fundo branco e letras pretas&#10;&#10;O conteúdo gerado por IA pode estar incorreto.">
            <a:extLst>
              <a:ext uri="{FF2B5EF4-FFF2-40B4-BE49-F238E27FC236}">
                <a16:creationId xmlns:a16="http://schemas.microsoft.com/office/drawing/2014/main" id="{94333C36-6527-1558-108E-450CDBC964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5060" y="6104261"/>
            <a:ext cx="1464457" cy="644361"/>
          </a:xfrm>
          <a:prstGeom prst="rect">
            <a:avLst/>
          </a:prstGeom>
        </p:spPr>
      </p:pic>
      <p:grpSp>
        <p:nvGrpSpPr>
          <p:cNvPr id="2" name="Agrupar 1">
            <a:extLst>
              <a:ext uri="{FF2B5EF4-FFF2-40B4-BE49-F238E27FC236}">
                <a16:creationId xmlns:a16="http://schemas.microsoft.com/office/drawing/2014/main" id="{97947AF7-8B20-EBE1-FA80-78890B32BCD9}"/>
              </a:ext>
            </a:extLst>
          </p:cNvPr>
          <p:cNvGrpSpPr/>
          <p:nvPr/>
        </p:nvGrpSpPr>
        <p:grpSpPr>
          <a:xfrm>
            <a:off x="3876" y="5529943"/>
            <a:ext cx="12177242" cy="1333032"/>
            <a:chOff x="3876" y="5529943"/>
            <a:chExt cx="12177242" cy="1333032"/>
          </a:xfrm>
        </p:grpSpPr>
        <p:pic>
          <p:nvPicPr>
            <p:cNvPr id="8" name="Imagem 7">
              <a:extLst>
                <a:ext uri="{FF2B5EF4-FFF2-40B4-BE49-F238E27FC236}">
                  <a16:creationId xmlns:a16="http://schemas.microsoft.com/office/drawing/2014/main" id="{96B990B7-5671-2138-8E31-BFC628F0CB6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876" y="5577512"/>
              <a:ext cx="2422144" cy="1285462"/>
            </a:xfrm>
            <a:prstGeom prst="rect">
              <a:avLst/>
            </a:prstGeom>
          </p:spPr>
        </p:pic>
        <p:pic>
          <p:nvPicPr>
            <p:cNvPr id="9" name="Imagem 8">
              <a:extLst>
                <a:ext uri="{FF2B5EF4-FFF2-40B4-BE49-F238E27FC236}">
                  <a16:creationId xmlns:a16="http://schemas.microsoft.com/office/drawing/2014/main" id="{F5E13BFD-828E-8CBF-65E9-5250CFCCB91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572806" y="5577512"/>
              <a:ext cx="2570925" cy="1285462"/>
            </a:xfrm>
            <a:prstGeom prst="rect">
              <a:avLst/>
            </a:prstGeom>
          </p:spPr>
        </p:pic>
        <p:pic>
          <p:nvPicPr>
            <p:cNvPr id="10" name="Imagem 9">
              <a:extLst>
                <a:ext uri="{FF2B5EF4-FFF2-40B4-BE49-F238E27FC236}">
                  <a16:creationId xmlns:a16="http://schemas.microsoft.com/office/drawing/2014/main" id="{0C2B2990-D98C-B196-FCA3-ACEACB61C57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275041" y="5563964"/>
              <a:ext cx="2306654" cy="1299010"/>
            </a:xfrm>
            <a:prstGeom prst="rect">
              <a:avLst/>
            </a:prstGeom>
          </p:spPr>
        </p:pic>
        <p:pic>
          <p:nvPicPr>
            <p:cNvPr id="11" name="Imagem 10">
              <a:extLst>
                <a:ext uri="{FF2B5EF4-FFF2-40B4-BE49-F238E27FC236}">
                  <a16:creationId xmlns:a16="http://schemas.microsoft.com/office/drawing/2014/main" id="{3155BEAD-EE74-9D33-ED2B-A41C91CFF5D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514958" y="5580952"/>
              <a:ext cx="1926537" cy="1282023"/>
            </a:xfrm>
            <a:prstGeom prst="rect">
              <a:avLst/>
            </a:prstGeom>
          </p:spPr>
        </p:pic>
        <p:pic>
          <p:nvPicPr>
            <p:cNvPr id="12" name="Imagem 11">
              <a:extLst>
                <a:ext uri="{FF2B5EF4-FFF2-40B4-BE49-F238E27FC236}">
                  <a16:creationId xmlns:a16="http://schemas.microsoft.com/office/drawing/2014/main" id="{44E036E7-1818-74EA-BAB4-CE292553D4D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9713005" y="5529943"/>
              <a:ext cx="2468113" cy="1328057"/>
            </a:xfrm>
            <a:prstGeom prst="rect">
              <a:avLst/>
            </a:prstGeom>
          </p:spPr>
        </p:pic>
      </p:grp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8527654B-856D-C6AA-E998-0CD3BFC8811D}"/>
              </a:ext>
            </a:extLst>
          </p:cNvPr>
          <p:cNvSpPr txBox="1"/>
          <p:nvPr/>
        </p:nvSpPr>
        <p:spPr>
          <a:xfrm>
            <a:off x="684213" y="1957278"/>
            <a:ext cx="11076863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>
              <a:defRPr/>
            </a:pPr>
            <a:r>
              <a:rPr lang="pt-BR" sz="2400" dirty="0">
                <a:solidFill>
                  <a:srgbClr val="000000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Em </a:t>
            </a:r>
            <a:r>
              <a:rPr lang="pt-BR" sz="2400" b="1" dirty="0">
                <a:solidFill>
                  <a:srgbClr val="002060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GERAL</a:t>
            </a:r>
            <a:r>
              <a:rPr lang="pt-BR" sz="2400" dirty="0">
                <a:solidFill>
                  <a:srgbClr val="000000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:</a:t>
            </a:r>
          </a:p>
          <a:p>
            <a:pPr defTabSz="914400">
              <a:defRPr/>
            </a:pPr>
            <a:endParaRPr lang="pt-BR" sz="2400" dirty="0">
              <a:solidFill>
                <a:srgbClr val="000000"/>
              </a:solidFill>
              <a:latin typeface="Calibri" panose="020F0502020204030204" pitchFamily="34" charset="0"/>
              <a:ea typeface="Verdana" panose="020B0604030504040204" pitchFamily="34" charset="0"/>
              <a:cs typeface="Calibri" panose="020F0502020204030204" pitchFamily="34" charset="0"/>
            </a:endParaRPr>
          </a:p>
          <a:p>
            <a:pPr marL="285750" indent="-285750">
              <a:spcAft>
                <a:spcPts val="1800"/>
              </a:spcAft>
              <a:buFont typeface="Wingdings" panose="05000000000000000000" pitchFamily="2" charset="2"/>
              <a:buChar char="ü"/>
              <a:defRPr/>
            </a:pPr>
            <a:r>
              <a:rPr lang="pt-BR" sz="2400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Utilizar </a:t>
            </a:r>
            <a:r>
              <a:rPr lang="pt-BR" sz="2400" dirty="0">
                <a:solidFill>
                  <a:srgbClr val="00B050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ciências básicas</a:t>
            </a:r>
            <a:r>
              <a:rPr lang="pt-BR" sz="2400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,</a:t>
            </a:r>
            <a:r>
              <a:rPr lang="pt-BR" sz="2400" dirty="0">
                <a:solidFill>
                  <a:srgbClr val="00B050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 aplicadas </a:t>
            </a:r>
            <a:r>
              <a:rPr lang="pt-BR" sz="2400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e</a:t>
            </a:r>
            <a:r>
              <a:rPr lang="pt-BR" sz="2400" dirty="0">
                <a:solidFill>
                  <a:srgbClr val="00B050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 computacionais </a:t>
            </a:r>
            <a:r>
              <a:rPr lang="pt-BR" sz="2400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na </a:t>
            </a:r>
            <a:r>
              <a:rPr lang="pt-BR" sz="2400" b="1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modelagem de fenômenos</a:t>
            </a:r>
            <a:r>
              <a:rPr lang="pt-BR" sz="2400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.</a:t>
            </a:r>
          </a:p>
          <a:p>
            <a:pPr marL="285750" indent="-285750">
              <a:spcAft>
                <a:spcPts val="1800"/>
              </a:spcAft>
              <a:buFont typeface="Wingdings" panose="05000000000000000000" pitchFamily="2" charset="2"/>
              <a:buChar char="ü"/>
              <a:defRPr/>
            </a:pPr>
            <a:r>
              <a:rPr lang="pt-BR" sz="2400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Desenvolver</a:t>
            </a:r>
            <a:r>
              <a:rPr lang="pt-BR" sz="2400" dirty="0">
                <a:solidFill>
                  <a:srgbClr val="00B050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 raciocínio analítico </a:t>
            </a:r>
            <a:r>
              <a:rPr lang="pt-BR" sz="2400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para </a:t>
            </a:r>
            <a:r>
              <a:rPr lang="pt-BR" sz="2400" b="1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resolução de problemas</a:t>
            </a:r>
            <a:r>
              <a:rPr lang="pt-BR" sz="2400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.</a:t>
            </a:r>
          </a:p>
          <a:p>
            <a:pPr marL="285750" indent="-285750">
              <a:spcAft>
                <a:spcPts val="1800"/>
              </a:spcAft>
              <a:buFont typeface="Wingdings" panose="05000000000000000000" pitchFamily="2" charset="2"/>
              <a:buChar char="ü"/>
              <a:defRPr/>
            </a:pPr>
            <a:r>
              <a:rPr lang="pt-BR" sz="2400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Investigar e realizar </a:t>
            </a:r>
            <a:r>
              <a:rPr lang="pt-BR" sz="2400" dirty="0">
                <a:solidFill>
                  <a:srgbClr val="00B050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experimentos </a:t>
            </a:r>
            <a:r>
              <a:rPr lang="pt-BR" sz="2400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com vistas à </a:t>
            </a:r>
            <a:r>
              <a:rPr lang="pt-BR" sz="2400" b="1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produção de conhecimento</a:t>
            </a:r>
            <a:r>
              <a:rPr lang="pt-BR" sz="2400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913976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2B1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91440EF-3131-DEC0-0765-42214ADC71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3D531B0F-2B98-F59A-1D53-BD2258F19090}"/>
              </a:ext>
            </a:extLst>
          </p:cNvPr>
          <p:cNvSpPr/>
          <p:nvPr/>
        </p:nvSpPr>
        <p:spPr>
          <a:xfrm>
            <a:off x="955430" y="2496821"/>
            <a:ext cx="10281140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6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  <a:sym typeface="Arial"/>
              </a:rPr>
              <a:t>Pré-requisitos...</a:t>
            </a:r>
          </a:p>
        </p:txBody>
      </p:sp>
      <p:grpSp>
        <p:nvGrpSpPr>
          <p:cNvPr id="3" name="Agrupar 2">
            <a:extLst>
              <a:ext uri="{FF2B5EF4-FFF2-40B4-BE49-F238E27FC236}">
                <a16:creationId xmlns:a16="http://schemas.microsoft.com/office/drawing/2014/main" id="{01BD1997-4104-307C-4A34-5E6F0A250784}"/>
              </a:ext>
            </a:extLst>
          </p:cNvPr>
          <p:cNvGrpSpPr/>
          <p:nvPr/>
        </p:nvGrpSpPr>
        <p:grpSpPr>
          <a:xfrm>
            <a:off x="5074640" y="5588898"/>
            <a:ext cx="2042719" cy="1039235"/>
            <a:chOff x="2298584" y="5213339"/>
            <a:chExt cx="2042719" cy="1039235"/>
          </a:xfrm>
        </p:grpSpPr>
        <p:sp>
          <p:nvSpPr>
            <p:cNvPr id="5" name="Forma Livre: Forma 22">
              <a:extLst>
                <a:ext uri="{FF2B5EF4-FFF2-40B4-BE49-F238E27FC236}">
                  <a16:creationId xmlns:a16="http://schemas.microsoft.com/office/drawing/2014/main" id="{08D641F5-549A-66E3-4C00-3BB5D4EB6D07}"/>
                </a:ext>
              </a:extLst>
            </p:cNvPr>
            <p:cNvSpPr/>
            <p:nvPr/>
          </p:nvSpPr>
          <p:spPr>
            <a:xfrm>
              <a:off x="2298584" y="5213339"/>
              <a:ext cx="2042719" cy="10392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pic>
          <p:nvPicPr>
            <p:cNvPr id="6" name="Imagem 5">
              <a:extLst>
                <a:ext uri="{FF2B5EF4-FFF2-40B4-BE49-F238E27FC236}">
                  <a16:creationId xmlns:a16="http://schemas.microsoft.com/office/drawing/2014/main" id="{E040118E-929E-5C7C-F488-BF1E16043D4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541141" y="5384972"/>
              <a:ext cx="1581371" cy="69596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500270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BA3BD7-65F3-0BFD-115C-D6B00117D9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tângulo 13">
            <a:extLst>
              <a:ext uri="{FF2B5EF4-FFF2-40B4-BE49-F238E27FC236}">
                <a16:creationId xmlns:a16="http://schemas.microsoft.com/office/drawing/2014/main" id="{5C9B910D-D449-E150-E18A-CDFA18421687}"/>
              </a:ext>
            </a:extLst>
          </p:cNvPr>
          <p:cNvSpPr/>
          <p:nvPr/>
        </p:nvSpPr>
        <p:spPr>
          <a:xfrm>
            <a:off x="1921263" y="134192"/>
            <a:ext cx="6242152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800" b="0" i="0" u="none" strike="noStrike" kern="1200" cap="none" spc="300" normalizeH="0" baseline="0" noProof="0" dirty="0">
                <a:ln>
                  <a:noFill/>
                </a:ln>
                <a:solidFill>
                  <a:srgbClr val="005EA9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  <a:sym typeface="Arial"/>
              </a:rPr>
              <a:t>Nossos</a:t>
            </a:r>
            <a:endParaRPr kumimoji="0" lang="pt-BR" sz="2800" b="1" i="0" u="none" strike="noStrike" kern="1200" cap="none" spc="300" normalizeH="0" baseline="0" noProof="0" dirty="0">
              <a:ln>
                <a:noFill/>
              </a:ln>
              <a:solidFill>
                <a:srgbClr val="005EA9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  <a:sym typeface="Arial"/>
            </a:endParaRP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4000" b="1" i="0" u="none" strike="noStrike" kern="1200" cap="none" spc="300" normalizeH="0" baseline="0" noProof="0" dirty="0">
                <a:ln>
                  <a:noFill/>
                </a:ln>
                <a:solidFill>
                  <a:srgbClr val="005EA9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  <a:sym typeface="Arial"/>
              </a:rPr>
              <a:t>PRÉ-REQUISITOS</a:t>
            </a:r>
          </a:p>
        </p:txBody>
      </p:sp>
      <p:grpSp>
        <p:nvGrpSpPr>
          <p:cNvPr id="3" name="Agrupar 2">
            <a:extLst>
              <a:ext uri="{FF2B5EF4-FFF2-40B4-BE49-F238E27FC236}">
                <a16:creationId xmlns:a16="http://schemas.microsoft.com/office/drawing/2014/main" id="{28084031-303F-5A96-A19C-981222B422D5}"/>
              </a:ext>
            </a:extLst>
          </p:cNvPr>
          <p:cNvGrpSpPr/>
          <p:nvPr/>
        </p:nvGrpSpPr>
        <p:grpSpPr>
          <a:xfrm>
            <a:off x="-36576" y="-18288"/>
            <a:ext cx="1810512" cy="1812000"/>
            <a:chOff x="-36576" y="-18288"/>
            <a:chExt cx="3268916" cy="3271602"/>
          </a:xfrm>
        </p:grpSpPr>
        <p:sp>
          <p:nvSpPr>
            <p:cNvPr id="5" name="Forma Livre: Forma 4">
              <a:extLst>
                <a:ext uri="{FF2B5EF4-FFF2-40B4-BE49-F238E27FC236}">
                  <a16:creationId xmlns:a16="http://schemas.microsoft.com/office/drawing/2014/main" id="{0C4A521F-6437-4536-2580-EB7CA8612CBC}"/>
                </a:ext>
              </a:extLst>
            </p:cNvPr>
            <p:cNvSpPr/>
            <p:nvPr/>
          </p:nvSpPr>
          <p:spPr>
            <a:xfrm>
              <a:off x="-36576" y="-18288"/>
              <a:ext cx="3268916" cy="3271602"/>
            </a:xfrm>
            <a:custGeom>
              <a:avLst/>
              <a:gdLst>
                <a:gd name="connsiteX0" fmla="*/ 2450802 w 3268916"/>
                <a:gd name="connsiteY0" fmla="*/ 0 h 3271602"/>
                <a:gd name="connsiteX1" fmla="*/ 3154168 w 3268916"/>
                <a:gd name="connsiteY1" fmla="*/ 0 h 3271602"/>
                <a:gd name="connsiteX2" fmla="*/ 3155777 w 3268916"/>
                <a:gd name="connsiteY2" fmla="*/ 4392 h 3271602"/>
                <a:gd name="connsiteX3" fmla="*/ 3268916 w 3268916"/>
                <a:gd name="connsiteY3" fmla="*/ 751602 h 3271602"/>
                <a:gd name="connsiteX4" fmla="*/ 748913 w 3268916"/>
                <a:gd name="connsiteY4" fmla="*/ 3271602 h 3271602"/>
                <a:gd name="connsiteX5" fmla="*/ 240523 w 3268916"/>
                <a:gd name="connsiteY5" fmla="*/ 3218443 h 3271602"/>
                <a:gd name="connsiteX6" fmla="*/ 0 w 3268916"/>
                <a:gd name="connsiteY6" fmla="*/ 3155922 h 3271602"/>
                <a:gd name="connsiteX7" fmla="*/ 0 w 3268916"/>
                <a:gd name="connsiteY7" fmla="*/ 2447446 h 3271602"/>
                <a:gd name="connsiteX8" fmla="*/ 23024 w 3268916"/>
                <a:gd name="connsiteY8" fmla="*/ 2458527 h 3271602"/>
                <a:gd name="connsiteX9" fmla="*/ 748913 w 3268916"/>
                <a:gd name="connsiteY9" fmla="*/ 2606691 h 3271602"/>
                <a:gd name="connsiteX10" fmla="*/ 2612319 w 3268916"/>
                <a:gd name="connsiteY10" fmla="*/ 751603 h 3271602"/>
                <a:gd name="connsiteX11" fmla="*/ 2466072 w 3268916"/>
                <a:gd name="connsiteY11" fmla="*/ 31524 h 3271602"/>
                <a:gd name="connsiteX12" fmla="*/ 2450802 w 3268916"/>
                <a:gd name="connsiteY12" fmla="*/ 0 h 32716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268916" h="3271602">
                  <a:moveTo>
                    <a:pt x="2450802" y="0"/>
                  </a:moveTo>
                  <a:lnTo>
                    <a:pt x="3154168" y="0"/>
                  </a:lnTo>
                  <a:lnTo>
                    <a:pt x="3155777" y="4392"/>
                  </a:lnTo>
                  <a:cubicBezTo>
                    <a:pt x="3229315" y="240512"/>
                    <a:pt x="3268916" y="491470"/>
                    <a:pt x="3268916" y="751602"/>
                  </a:cubicBezTo>
                  <a:cubicBezTo>
                    <a:pt x="3268916" y="2138972"/>
                    <a:pt x="2142490" y="3265395"/>
                    <a:pt x="748913" y="3271602"/>
                  </a:cubicBezTo>
                  <a:cubicBezTo>
                    <a:pt x="574716" y="3270826"/>
                    <a:pt x="404693" y="3252547"/>
                    <a:pt x="240523" y="3218443"/>
                  </a:cubicBezTo>
                  <a:lnTo>
                    <a:pt x="0" y="3155922"/>
                  </a:lnTo>
                  <a:lnTo>
                    <a:pt x="0" y="2447446"/>
                  </a:lnTo>
                  <a:lnTo>
                    <a:pt x="23024" y="2458527"/>
                  </a:lnTo>
                  <a:cubicBezTo>
                    <a:pt x="246022" y="2552866"/>
                    <a:pt x="491294" y="2605549"/>
                    <a:pt x="748913" y="2606691"/>
                  </a:cubicBezTo>
                  <a:cubicBezTo>
                    <a:pt x="1779387" y="2602122"/>
                    <a:pt x="2612319" y="1772910"/>
                    <a:pt x="2612319" y="751603"/>
                  </a:cubicBezTo>
                  <a:cubicBezTo>
                    <a:pt x="2612319" y="496276"/>
                    <a:pt x="2560261" y="252955"/>
                    <a:pt x="2466072" y="31524"/>
                  </a:cubicBezTo>
                  <a:lnTo>
                    <a:pt x="2450802" y="0"/>
                  </a:lnTo>
                  <a:close/>
                </a:path>
              </a:pathLst>
            </a:custGeom>
            <a:noFill/>
            <a:ln w="38100">
              <a:solidFill>
                <a:srgbClr val="005EA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" name="Forma Livre: Forma 5">
              <a:extLst>
                <a:ext uri="{FF2B5EF4-FFF2-40B4-BE49-F238E27FC236}">
                  <a16:creationId xmlns:a16="http://schemas.microsoft.com/office/drawing/2014/main" id="{924A6A66-9D4D-FBE5-95E8-17E832EB71F0}"/>
                </a:ext>
              </a:extLst>
            </p:cNvPr>
            <p:cNvSpPr/>
            <p:nvPr/>
          </p:nvSpPr>
          <p:spPr>
            <a:xfrm>
              <a:off x="-36575" y="-18288"/>
              <a:ext cx="2612319" cy="2606691"/>
            </a:xfrm>
            <a:custGeom>
              <a:avLst/>
              <a:gdLst>
                <a:gd name="connsiteX0" fmla="*/ 0 w 2612319"/>
                <a:gd name="connsiteY0" fmla="*/ 0 h 2606691"/>
                <a:gd name="connsiteX1" fmla="*/ 2450802 w 2612319"/>
                <a:gd name="connsiteY1" fmla="*/ 0 h 2606691"/>
                <a:gd name="connsiteX2" fmla="*/ 2466072 w 2612319"/>
                <a:gd name="connsiteY2" fmla="*/ 31524 h 2606691"/>
                <a:gd name="connsiteX3" fmla="*/ 2612319 w 2612319"/>
                <a:gd name="connsiteY3" fmla="*/ 751603 h 2606691"/>
                <a:gd name="connsiteX4" fmla="*/ 748913 w 2612319"/>
                <a:gd name="connsiteY4" fmla="*/ 2606691 h 2606691"/>
                <a:gd name="connsiteX5" fmla="*/ 23024 w 2612319"/>
                <a:gd name="connsiteY5" fmla="*/ 2458527 h 2606691"/>
                <a:gd name="connsiteX6" fmla="*/ 0 w 2612319"/>
                <a:gd name="connsiteY6" fmla="*/ 2447446 h 2606691"/>
                <a:gd name="connsiteX7" fmla="*/ 0 w 2612319"/>
                <a:gd name="connsiteY7" fmla="*/ 0 h 2606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612319" h="2606691">
                  <a:moveTo>
                    <a:pt x="0" y="0"/>
                  </a:moveTo>
                  <a:lnTo>
                    <a:pt x="2450802" y="0"/>
                  </a:lnTo>
                  <a:lnTo>
                    <a:pt x="2466072" y="31524"/>
                  </a:lnTo>
                  <a:cubicBezTo>
                    <a:pt x="2560261" y="252955"/>
                    <a:pt x="2612319" y="496276"/>
                    <a:pt x="2612319" y="751603"/>
                  </a:cubicBezTo>
                  <a:cubicBezTo>
                    <a:pt x="2612319" y="1772910"/>
                    <a:pt x="1779387" y="2602122"/>
                    <a:pt x="748913" y="2606691"/>
                  </a:cubicBezTo>
                  <a:cubicBezTo>
                    <a:pt x="491294" y="2605549"/>
                    <a:pt x="246022" y="2552866"/>
                    <a:pt x="23024" y="2458527"/>
                  </a:cubicBezTo>
                  <a:lnTo>
                    <a:pt x="0" y="24474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5EA9"/>
            </a:solidFill>
            <a:ln>
              <a:solidFill>
                <a:srgbClr val="005EA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4" name="Text Box 2">
            <a:extLst>
              <a:ext uri="{FF2B5EF4-FFF2-40B4-BE49-F238E27FC236}">
                <a16:creationId xmlns:a16="http://schemas.microsoft.com/office/drawing/2014/main" id="{FE975254-F4FF-8FF4-FEEF-B49443240A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4627" y="1747345"/>
            <a:ext cx="10788869" cy="5123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1pPr>
            <a:lvl2pPr marL="1349375" indent="-51435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2pPr>
            <a:lvl3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3pPr>
            <a:lvl4pPr marL="1714500" indent="-3429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4pPr>
            <a:lvl5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9pPr>
          </a:lstStyle>
          <a:p>
            <a:pPr>
              <a:spcAft>
                <a:spcPts val="1200"/>
              </a:spcAft>
              <a:buClr>
                <a:srgbClr val="002060"/>
              </a:buClr>
              <a:buSzPct val="100000"/>
            </a:pPr>
            <a:r>
              <a:rPr lang="pt-BR" altLang="pt-BR" sz="2400" b="1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Alguns pré-requisitos...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09AE3664-845F-BDC1-AB85-06D825BCA855}"/>
              </a:ext>
            </a:extLst>
          </p:cNvPr>
          <p:cNvSpPr txBox="1"/>
          <p:nvPr/>
        </p:nvSpPr>
        <p:spPr>
          <a:xfrm>
            <a:off x="1278731" y="2259725"/>
            <a:ext cx="993933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pt-BR" dirty="0">
                <a:solidFill>
                  <a:srgbClr val="000000"/>
                </a:solidFill>
                <a:ea typeface="Verdana" panose="020B0604030504040204" pitchFamily="34" charset="0"/>
                <a:cs typeface="Calibri" panose="020F0502020204030204" pitchFamily="34" charset="0"/>
              </a:rPr>
              <a:t>Visando melhor absorção do conteúdo do curso, são </a:t>
            </a:r>
            <a:r>
              <a:rPr lang="pt-BR" dirty="0">
                <a:solidFill>
                  <a:srgbClr val="FF0000"/>
                </a:solidFill>
                <a:ea typeface="Verdana" panose="020B0604030504040204" pitchFamily="34" charset="0"/>
                <a:cs typeface="Calibri" panose="020F0502020204030204" pitchFamily="34" charset="0"/>
              </a:rPr>
              <a:t>necessários</a:t>
            </a:r>
            <a:r>
              <a:rPr lang="pt-BR" dirty="0">
                <a:solidFill>
                  <a:srgbClr val="000000"/>
                </a:solidFill>
                <a:ea typeface="Verdana" panose="020B0604030504040204" pitchFamily="34" charset="0"/>
                <a:cs typeface="Calibri" panose="020F0502020204030204" pitchFamily="34" charset="0"/>
              </a:rPr>
              <a:t>, por parte do aluno, </a:t>
            </a:r>
            <a:r>
              <a:rPr lang="pt-BR" dirty="0">
                <a:solidFill>
                  <a:srgbClr val="FF0000"/>
                </a:solidFill>
                <a:ea typeface="Verdana" panose="020B0604030504040204" pitchFamily="34" charset="0"/>
                <a:cs typeface="Calibri" panose="020F0502020204030204" pitchFamily="34" charset="0"/>
              </a:rPr>
              <a:t>conhecimentos prévios</a:t>
            </a:r>
            <a:r>
              <a:rPr lang="pt-BR" dirty="0">
                <a:solidFill>
                  <a:srgbClr val="000000"/>
                </a:solidFill>
                <a:ea typeface="Verdana" panose="020B0604030504040204" pitchFamily="34" charset="0"/>
                <a:cs typeface="Calibri" panose="020F0502020204030204" pitchFamily="34" charset="0"/>
              </a:rPr>
              <a:t> referentes à:</a:t>
            </a:r>
          </a:p>
          <a:p>
            <a:pPr>
              <a:defRPr/>
            </a:pPr>
            <a:endParaRPr lang="pt-BR" dirty="0">
              <a:solidFill>
                <a:srgbClr val="000000"/>
              </a:solidFill>
              <a:ea typeface="Verdana" panose="020B060403050404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ü"/>
              <a:defRPr/>
            </a:pPr>
            <a:r>
              <a:rPr lang="pt-BR" b="1" dirty="0">
                <a:solidFill>
                  <a:srgbClr val="000000"/>
                </a:solidFill>
                <a:ea typeface="Verdana" panose="020B0604030504040204" pitchFamily="34" charset="0"/>
                <a:cs typeface="Calibri" panose="020F0502020204030204" pitchFamily="34" charset="0"/>
              </a:rPr>
              <a:t>Dispositivos Elétricos (Resistores, Indutores e Capacitores)...</a:t>
            </a:r>
          </a:p>
          <a:p>
            <a:pPr marL="285750" indent="-285750">
              <a:buFont typeface="Wingdings" panose="05000000000000000000" pitchFamily="2" charset="2"/>
              <a:buChar char="ü"/>
              <a:defRPr/>
            </a:pPr>
            <a:r>
              <a:rPr lang="pt-BR" b="1" dirty="0">
                <a:solidFill>
                  <a:srgbClr val="000000"/>
                </a:solidFill>
                <a:ea typeface="Verdana" panose="020B0604030504040204" pitchFamily="34" charset="0"/>
                <a:cs typeface="Calibri" panose="020F0502020204030204" pitchFamily="34" charset="0"/>
              </a:rPr>
              <a:t>Análise de Circuitos Elétricos em CC...</a:t>
            </a:r>
          </a:p>
          <a:p>
            <a:pPr marL="285750" indent="-285750">
              <a:buFont typeface="Wingdings" panose="05000000000000000000" pitchFamily="2" charset="2"/>
              <a:buChar char="ü"/>
              <a:defRPr/>
            </a:pPr>
            <a:r>
              <a:rPr lang="pt-BR" b="1" dirty="0">
                <a:solidFill>
                  <a:srgbClr val="000000"/>
                </a:solidFill>
                <a:ea typeface="Verdana" panose="020B0604030504040204" pitchFamily="34" charset="0"/>
                <a:cs typeface="Calibri" panose="020F0502020204030204" pitchFamily="34" charset="0"/>
              </a:rPr>
              <a:t>Dispositivos Semicondutores e suas Aplicações...</a:t>
            </a:r>
          </a:p>
          <a:p>
            <a:pPr marL="285750" indent="-285750">
              <a:buFont typeface="Wingdings" panose="05000000000000000000" pitchFamily="2" charset="2"/>
              <a:buChar char="ü"/>
              <a:defRPr/>
            </a:pPr>
            <a:r>
              <a:rPr lang="pt-BR" b="1" dirty="0">
                <a:solidFill>
                  <a:srgbClr val="000000"/>
                </a:solidFill>
                <a:ea typeface="Verdana" panose="020B0604030504040204" pitchFamily="34" charset="0"/>
                <a:cs typeface="Calibri" panose="020F0502020204030204" pitchFamily="34" charset="0"/>
              </a:rPr>
              <a:t>Filtros, Amplificadores e </a:t>
            </a:r>
            <a:r>
              <a:rPr lang="pt-BR" b="1" dirty="0" err="1">
                <a:solidFill>
                  <a:srgbClr val="000000"/>
                </a:solidFill>
                <a:ea typeface="Verdana" panose="020B0604030504040204" pitchFamily="34" charset="0"/>
                <a:cs typeface="Calibri" panose="020F0502020204030204" pitchFamily="34" charset="0"/>
              </a:rPr>
              <a:t>Osciadores</a:t>
            </a:r>
            <a:r>
              <a:rPr lang="pt-BR" b="1" dirty="0">
                <a:solidFill>
                  <a:srgbClr val="000000"/>
                </a:solidFill>
                <a:ea typeface="Verdana" panose="020B0604030504040204" pitchFamily="34" charset="0"/>
                <a:cs typeface="Calibri" panose="020F0502020204030204" pitchFamily="34" charset="0"/>
              </a:rPr>
              <a:t>...</a:t>
            </a:r>
          </a:p>
        </p:txBody>
      </p:sp>
      <p:grpSp>
        <p:nvGrpSpPr>
          <p:cNvPr id="2" name="Agrupar 1">
            <a:extLst>
              <a:ext uri="{FF2B5EF4-FFF2-40B4-BE49-F238E27FC236}">
                <a16:creationId xmlns:a16="http://schemas.microsoft.com/office/drawing/2014/main" id="{9A95392F-6BD6-FEE4-1CA5-33E06ED54F3D}"/>
              </a:ext>
            </a:extLst>
          </p:cNvPr>
          <p:cNvGrpSpPr/>
          <p:nvPr/>
        </p:nvGrpSpPr>
        <p:grpSpPr>
          <a:xfrm>
            <a:off x="713175" y="2925763"/>
            <a:ext cx="9318464" cy="3863696"/>
            <a:chOff x="713175" y="2925763"/>
            <a:chExt cx="9318464" cy="3863696"/>
          </a:xfrm>
        </p:grpSpPr>
        <p:pic>
          <p:nvPicPr>
            <p:cNvPr id="8" name="Imagem 1">
              <a:extLst>
                <a:ext uri="{FF2B5EF4-FFF2-40B4-BE49-F238E27FC236}">
                  <a16:creationId xmlns:a16="http://schemas.microsoft.com/office/drawing/2014/main" id="{6F92D2D3-5B2F-A271-9101-1D2D3B2D16B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29022" y="5505568"/>
              <a:ext cx="3606800" cy="11604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" name="Imagem 2">
              <a:extLst>
                <a:ext uri="{FF2B5EF4-FFF2-40B4-BE49-F238E27FC236}">
                  <a16:creationId xmlns:a16="http://schemas.microsoft.com/office/drawing/2014/main" id="{C0DCA3F5-944C-E1B0-D23C-B178120D9F0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90526" y="4579600"/>
              <a:ext cx="2160587" cy="8540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" name="Imagem 3">
              <a:extLst>
                <a:ext uri="{FF2B5EF4-FFF2-40B4-BE49-F238E27FC236}">
                  <a16:creationId xmlns:a16="http://schemas.microsoft.com/office/drawing/2014/main" id="{82F437D3-8CD1-317C-BB24-C5721D1169B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96000" y="5340071"/>
              <a:ext cx="3311525" cy="1449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" name="Imagem 6">
              <a:extLst>
                <a:ext uri="{FF2B5EF4-FFF2-40B4-BE49-F238E27FC236}">
                  <a16:creationId xmlns:a16="http://schemas.microsoft.com/office/drawing/2014/main" id="{3BE6EBF9-82F9-D8E6-2048-BA2CBD554E7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13175" y="4566444"/>
              <a:ext cx="2416175" cy="7953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" name="Imagem 1">
              <a:extLst>
                <a:ext uri="{FF2B5EF4-FFF2-40B4-BE49-F238E27FC236}">
                  <a16:creationId xmlns:a16="http://schemas.microsoft.com/office/drawing/2014/main" id="{21F08CCA-AF8E-9C0C-204F-1B4E277F8AC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12289" y="2925763"/>
              <a:ext cx="2419350" cy="20383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15" name="Imagem 14" descr="Desenho com traços pretos em fundo branco e letras pretas&#10;&#10;O conteúdo gerado por IA pode estar incorreto.">
            <a:extLst>
              <a:ext uri="{FF2B5EF4-FFF2-40B4-BE49-F238E27FC236}">
                <a16:creationId xmlns:a16="http://schemas.microsoft.com/office/drawing/2014/main" id="{966F5F05-F7C0-1F58-AD71-2968699EA4A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5060" y="6104261"/>
            <a:ext cx="1464457" cy="644361"/>
          </a:xfrm>
          <a:prstGeom prst="rect">
            <a:avLst/>
          </a:prstGeom>
        </p:spPr>
      </p:pic>
      <p:grpSp>
        <p:nvGrpSpPr>
          <p:cNvPr id="13" name="Agrupar 12">
            <a:extLst>
              <a:ext uri="{FF2B5EF4-FFF2-40B4-BE49-F238E27FC236}">
                <a16:creationId xmlns:a16="http://schemas.microsoft.com/office/drawing/2014/main" id="{DB8575CB-6824-341D-EC82-190DA7478BB6}"/>
              </a:ext>
            </a:extLst>
          </p:cNvPr>
          <p:cNvGrpSpPr/>
          <p:nvPr/>
        </p:nvGrpSpPr>
        <p:grpSpPr>
          <a:xfrm>
            <a:off x="10065736" y="5709387"/>
            <a:ext cx="2042719" cy="1039235"/>
            <a:chOff x="2298584" y="5213339"/>
            <a:chExt cx="2042719" cy="1039235"/>
          </a:xfrm>
        </p:grpSpPr>
        <p:sp>
          <p:nvSpPr>
            <p:cNvPr id="16" name="Forma Livre: Forma 22">
              <a:extLst>
                <a:ext uri="{FF2B5EF4-FFF2-40B4-BE49-F238E27FC236}">
                  <a16:creationId xmlns:a16="http://schemas.microsoft.com/office/drawing/2014/main" id="{DA64D41D-497D-EB30-FC16-4B8E8D1EC924}"/>
                </a:ext>
              </a:extLst>
            </p:cNvPr>
            <p:cNvSpPr/>
            <p:nvPr/>
          </p:nvSpPr>
          <p:spPr>
            <a:xfrm>
              <a:off x="2298584" y="5213339"/>
              <a:ext cx="2042719" cy="10392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pic>
          <p:nvPicPr>
            <p:cNvPr id="17" name="Imagem 16">
              <a:extLst>
                <a:ext uri="{FF2B5EF4-FFF2-40B4-BE49-F238E27FC236}">
                  <a16:creationId xmlns:a16="http://schemas.microsoft.com/office/drawing/2014/main" id="{2EF04379-ED2B-9988-47BC-AA8300CEABB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541141" y="5384972"/>
              <a:ext cx="1581371" cy="69596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009749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A1B680-0CD3-F514-3DFD-5976E88519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tângulo 13">
            <a:extLst>
              <a:ext uri="{FF2B5EF4-FFF2-40B4-BE49-F238E27FC236}">
                <a16:creationId xmlns:a16="http://schemas.microsoft.com/office/drawing/2014/main" id="{32C900FE-75C0-B504-4E1F-C7837461BAE1}"/>
              </a:ext>
            </a:extLst>
          </p:cNvPr>
          <p:cNvSpPr/>
          <p:nvPr/>
        </p:nvSpPr>
        <p:spPr>
          <a:xfrm>
            <a:off x="1921263" y="134192"/>
            <a:ext cx="6242152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800" b="0" i="0" u="none" strike="noStrike" kern="1200" cap="none" spc="300" normalizeH="0" baseline="0" noProof="0" dirty="0">
                <a:ln>
                  <a:noFill/>
                </a:ln>
                <a:solidFill>
                  <a:srgbClr val="005EA9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  <a:sym typeface="Arial"/>
              </a:rPr>
              <a:t>Nossos</a:t>
            </a:r>
            <a:endParaRPr kumimoji="0" lang="pt-BR" sz="2800" b="1" i="0" u="none" strike="noStrike" kern="1200" cap="none" spc="300" normalizeH="0" baseline="0" noProof="0" dirty="0">
              <a:ln>
                <a:noFill/>
              </a:ln>
              <a:solidFill>
                <a:srgbClr val="005EA9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  <a:sym typeface="Arial"/>
            </a:endParaRP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4000" b="1" i="0" u="none" strike="noStrike" kern="1200" cap="none" spc="300" normalizeH="0" baseline="0" noProof="0" dirty="0">
                <a:ln>
                  <a:noFill/>
                </a:ln>
                <a:solidFill>
                  <a:srgbClr val="005EA9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  <a:sym typeface="Arial"/>
              </a:rPr>
              <a:t>PRÉ-REQUISITOS</a:t>
            </a:r>
          </a:p>
        </p:txBody>
      </p:sp>
      <p:grpSp>
        <p:nvGrpSpPr>
          <p:cNvPr id="3" name="Agrupar 2">
            <a:extLst>
              <a:ext uri="{FF2B5EF4-FFF2-40B4-BE49-F238E27FC236}">
                <a16:creationId xmlns:a16="http://schemas.microsoft.com/office/drawing/2014/main" id="{7410A2BD-84C2-5D6A-7D5D-A2344414978A}"/>
              </a:ext>
            </a:extLst>
          </p:cNvPr>
          <p:cNvGrpSpPr/>
          <p:nvPr/>
        </p:nvGrpSpPr>
        <p:grpSpPr>
          <a:xfrm>
            <a:off x="-36576" y="-18288"/>
            <a:ext cx="1810512" cy="1812000"/>
            <a:chOff x="-36576" y="-18288"/>
            <a:chExt cx="3268916" cy="3271602"/>
          </a:xfrm>
        </p:grpSpPr>
        <p:sp>
          <p:nvSpPr>
            <p:cNvPr id="5" name="Forma Livre: Forma 4">
              <a:extLst>
                <a:ext uri="{FF2B5EF4-FFF2-40B4-BE49-F238E27FC236}">
                  <a16:creationId xmlns:a16="http://schemas.microsoft.com/office/drawing/2014/main" id="{9897B057-8857-3DFE-4842-374535CF6229}"/>
                </a:ext>
              </a:extLst>
            </p:cNvPr>
            <p:cNvSpPr/>
            <p:nvPr/>
          </p:nvSpPr>
          <p:spPr>
            <a:xfrm>
              <a:off x="-36576" y="-18288"/>
              <a:ext cx="3268916" cy="3271602"/>
            </a:xfrm>
            <a:custGeom>
              <a:avLst/>
              <a:gdLst>
                <a:gd name="connsiteX0" fmla="*/ 2450802 w 3268916"/>
                <a:gd name="connsiteY0" fmla="*/ 0 h 3271602"/>
                <a:gd name="connsiteX1" fmla="*/ 3154168 w 3268916"/>
                <a:gd name="connsiteY1" fmla="*/ 0 h 3271602"/>
                <a:gd name="connsiteX2" fmla="*/ 3155777 w 3268916"/>
                <a:gd name="connsiteY2" fmla="*/ 4392 h 3271602"/>
                <a:gd name="connsiteX3" fmla="*/ 3268916 w 3268916"/>
                <a:gd name="connsiteY3" fmla="*/ 751602 h 3271602"/>
                <a:gd name="connsiteX4" fmla="*/ 748913 w 3268916"/>
                <a:gd name="connsiteY4" fmla="*/ 3271602 h 3271602"/>
                <a:gd name="connsiteX5" fmla="*/ 240523 w 3268916"/>
                <a:gd name="connsiteY5" fmla="*/ 3218443 h 3271602"/>
                <a:gd name="connsiteX6" fmla="*/ 0 w 3268916"/>
                <a:gd name="connsiteY6" fmla="*/ 3155922 h 3271602"/>
                <a:gd name="connsiteX7" fmla="*/ 0 w 3268916"/>
                <a:gd name="connsiteY7" fmla="*/ 2447446 h 3271602"/>
                <a:gd name="connsiteX8" fmla="*/ 23024 w 3268916"/>
                <a:gd name="connsiteY8" fmla="*/ 2458527 h 3271602"/>
                <a:gd name="connsiteX9" fmla="*/ 748913 w 3268916"/>
                <a:gd name="connsiteY9" fmla="*/ 2606691 h 3271602"/>
                <a:gd name="connsiteX10" fmla="*/ 2612319 w 3268916"/>
                <a:gd name="connsiteY10" fmla="*/ 751603 h 3271602"/>
                <a:gd name="connsiteX11" fmla="*/ 2466072 w 3268916"/>
                <a:gd name="connsiteY11" fmla="*/ 31524 h 3271602"/>
                <a:gd name="connsiteX12" fmla="*/ 2450802 w 3268916"/>
                <a:gd name="connsiteY12" fmla="*/ 0 h 32716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268916" h="3271602">
                  <a:moveTo>
                    <a:pt x="2450802" y="0"/>
                  </a:moveTo>
                  <a:lnTo>
                    <a:pt x="3154168" y="0"/>
                  </a:lnTo>
                  <a:lnTo>
                    <a:pt x="3155777" y="4392"/>
                  </a:lnTo>
                  <a:cubicBezTo>
                    <a:pt x="3229315" y="240512"/>
                    <a:pt x="3268916" y="491470"/>
                    <a:pt x="3268916" y="751602"/>
                  </a:cubicBezTo>
                  <a:cubicBezTo>
                    <a:pt x="3268916" y="2138972"/>
                    <a:pt x="2142490" y="3265395"/>
                    <a:pt x="748913" y="3271602"/>
                  </a:cubicBezTo>
                  <a:cubicBezTo>
                    <a:pt x="574716" y="3270826"/>
                    <a:pt x="404693" y="3252547"/>
                    <a:pt x="240523" y="3218443"/>
                  </a:cubicBezTo>
                  <a:lnTo>
                    <a:pt x="0" y="3155922"/>
                  </a:lnTo>
                  <a:lnTo>
                    <a:pt x="0" y="2447446"/>
                  </a:lnTo>
                  <a:lnTo>
                    <a:pt x="23024" y="2458527"/>
                  </a:lnTo>
                  <a:cubicBezTo>
                    <a:pt x="246022" y="2552866"/>
                    <a:pt x="491294" y="2605549"/>
                    <a:pt x="748913" y="2606691"/>
                  </a:cubicBezTo>
                  <a:cubicBezTo>
                    <a:pt x="1779387" y="2602122"/>
                    <a:pt x="2612319" y="1772910"/>
                    <a:pt x="2612319" y="751603"/>
                  </a:cubicBezTo>
                  <a:cubicBezTo>
                    <a:pt x="2612319" y="496276"/>
                    <a:pt x="2560261" y="252955"/>
                    <a:pt x="2466072" y="31524"/>
                  </a:cubicBezTo>
                  <a:lnTo>
                    <a:pt x="2450802" y="0"/>
                  </a:lnTo>
                  <a:close/>
                </a:path>
              </a:pathLst>
            </a:custGeom>
            <a:noFill/>
            <a:ln w="38100">
              <a:solidFill>
                <a:srgbClr val="005EA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" name="Forma Livre: Forma 5">
              <a:extLst>
                <a:ext uri="{FF2B5EF4-FFF2-40B4-BE49-F238E27FC236}">
                  <a16:creationId xmlns:a16="http://schemas.microsoft.com/office/drawing/2014/main" id="{D7F3AAC5-98A5-CA56-3A4C-886125482B61}"/>
                </a:ext>
              </a:extLst>
            </p:cNvPr>
            <p:cNvSpPr/>
            <p:nvPr/>
          </p:nvSpPr>
          <p:spPr>
            <a:xfrm>
              <a:off x="-36575" y="-18288"/>
              <a:ext cx="2612319" cy="2606691"/>
            </a:xfrm>
            <a:custGeom>
              <a:avLst/>
              <a:gdLst>
                <a:gd name="connsiteX0" fmla="*/ 0 w 2612319"/>
                <a:gd name="connsiteY0" fmla="*/ 0 h 2606691"/>
                <a:gd name="connsiteX1" fmla="*/ 2450802 w 2612319"/>
                <a:gd name="connsiteY1" fmla="*/ 0 h 2606691"/>
                <a:gd name="connsiteX2" fmla="*/ 2466072 w 2612319"/>
                <a:gd name="connsiteY2" fmla="*/ 31524 h 2606691"/>
                <a:gd name="connsiteX3" fmla="*/ 2612319 w 2612319"/>
                <a:gd name="connsiteY3" fmla="*/ 751603 h 2606691"/>
                <a:gd name="connsiteX4" fmla="*/ 748913 w 2612319"/>
                <a:gd name="connsiteY4" fmla="*/ 2606691 h 2606691"/>
                <a:gd name="connsiteX5" fmla="*/ 23024 w 2612319"/>
                <a:gd name="connsiteY5" fmla="*/ 2458527 h 2606691"/>
                <a:gd name="connsiteX6" fmla="*/ 0 w 2612319"/>
                <a:gd name="connsiteY6" fmla="*/ 2447446 h 2606691"/>
                <a:gd name="connsiteX7" fmla="*/ 0 w 2612319"/>
                <a:gd name="connsiteY7" fmla="*/ 0 h 2606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612319" h="2606691">
                  <a:moveTo>
                    <a:pt x="0" y="0"/>
                  </a:moveTo>
                  <a:lnTo>
                    <a:pt x="2450802" y="0"/>
                  </a:lnTo>
                  <a:lnTo>
                    <a:pt x="2466072" y="31524"/>
                  </a:lnTo>
                  <a:cubicBezTo>
                    <a:pt x="2560261" y="252955"/>
                    <a:pt x="2612319" y="496276"/>
                    <a:pt x="2612319" y="751603"/>
                  </a:cubicBezTo>
                  <a:cubicBezTo>
                    <a:pt x="2612319" y="1772910"/>
                    <a:pt x="1779387" y="2602122"/>
                    <a:pt x="748913" y="2606691"/>
                  </a:cubicBezTo>
                  <a:cubicBezTo>
                    <a:pt x="491294" y="2605549"/>
                    <a:pt x="246022" y="2552866"/>
                    <a:pt x="23024" y="2458527"/>
                  </a:cubicBezTo>
                  <a:lnTo>
                    <a:pt x="0" y="24474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5EA9"/>
            </a:solidFill>
            <a:ln>
              <a:solidFill>
                <a:srgbClr val="005EA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13" name="Text Box 2">
            <a:extLst>
              <a:ext uri="{FF2B5EF4-FFF2-40B4-BE49-F238E27FC236}">
                <a16:creationId xmlns:a16="http://schemas.microsoft.com/office/drawing/2014/main" id="{AD838717-8E4B-52C7-13E3-40D71CE894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4627" y="1747345"/>
            <a:ext cx="10788869" cy="5123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1pPr>
            <a:lvl2pPr marL="1349375" indent="-51435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2pPr>
            <a:lvl3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3pPr>
            <a:lvl4pPr marL="1714500" indent="-3429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4pPr>
            <a:lvl5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9pPr>
          </a:lstStyle>
          <a:p>
            <a:pPr>
              <a:spcAft>
                <a:spcPts val="1200"/>
              </a:spcAft>
              <a:buClr>
                <a:srgbClr val="002060"/>
              </a:buClr>
              <a:buSzPct val="100000"/>
            </a:pPr>
            <a:r>
              <a:rPr lang="pt-BR" altLang="pt-BR" sz="2400" b="1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Alguns pré-requisitos...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CDB3A426-EB16-EB35-040F-685081F22505}"/>
              </a:ext>
            </a:extLst>
          </p:cNvPr>
          <p:cNvSpPr txBox="1"/>
          <p:nvPr/>
        </p:nvSpPr>
        <p:spPr>
          <a:xfrm>
            <a:off x="1278731" y="2259725"/>
            <a:ext cx="993933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>
              <a:defRPr/>
            </a:pPr>
            <a:r>
              <a:rPr lang="pt-BR" dirty="0">
                <a:solidFill>
                  <a:srgbClr val="000000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Visando melhor absorção do conteúdo do curso, são </a:t>
            </a:r>
            <a:r>
              <a:rPr lang="pt-BR" dirty="0">
                <a:solidFill>
                  <a:srgbClr val="FF0000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necessários</a:t>
            </a:r>
            <a:r>
              <a:rPr lang="pt-BR" dirty="0">
                <a:solidFill>
                  <a:srgbClr val="000000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, por parte do aluno, </a:t>
            </a:r>
            <a:r>
              <a:rPr lang="pt-BR" dirty="0">
                <a:solidFill>
                  <a:srgbClr val="FF0000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conhecimentos prévios</a:t>
            </a:r>
            <a:r>
              <a:rPr lang="pt-BR" dirty="0">
                <a:solidFill>
                  <a:srgbClr val="000000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 referentes à:</a:t>
            </a:r>
          </a:p>
          <a:p>
            <a:pPr defTabSz="914400">
              <a:defRPr/>
            </a:pPr>
            <a:endParaRPr lang="pt-BR" dirty="0">
              <a:solidFill>
                <a:srgbClr val="000000"/>
              </a:solidFill>
              <a:latin typeface="Calibri" panose="020F0502020204030204" pitchFamily="34" charset="0"/>
              <a:ea typeface="Verdana" panose="020B060403050404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ü"/>
              <a:defRPr/>
            </a:pPr>
            <a:r>
              <a:rPr lang="pt-BR" b="1" dirty="0">
                <a:solidFill>
                  <a:srgbClr val="000000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Inglês Técnico, para consulta à literatura e material nessa língua...</a:t>
            </a:r>
          </a:p>
        </p:txBody>
      </p:sp>
      <p:grpSp>
        <p:nvGrpSpPr>
          <p:cNvPr id="4" name="Agrupar 3">
            <a:extLst>
              <a:ext uri="{FF2B5EF4-FFF2-40B4-BE49-F238E27FC236}">
                <a16:creationId xmlns:a16="http://schemas.microsoft.com/office/drawing/2014/main" id="{8AE776E6-8F41-CCE8-DFAE-61F8328C6C08}"/>
              </a:ext>
            </a:extLst>
          </p:cNvPr>
          <p:cNvGrpSpPr/>
          <p:nvPr/>
        </p:nvGrpSpPr>
        <p:grpSpPr>
          <a:xfrm>
            <a:off x="-9253" y="3620145"/>
            <a:ext cx="11828770" cy="3196411"/>
            <a:chOff x="-9253" y="3620145"/>
            <a:chExt cx="11828770" cy="3196411"/>
          </a:xfrm>
        </p:grpSpPr>
        <p:pic>
          <p:nvPicPr>
            <p:cNvPr id="16" name="Imagem 2">
              <a:extLst>
                <a:ext uri="{FF2B5EF4-FFF2-40B4-BE49-F238E27FC236}">
                  <a16:creationId xmlns:a16="http://schemas.microsoft.com/office/drawing/2014/main" id="{DC611C31-09A1-970D-EA5A-8C3F07002AB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61515" y="3655503"/>
              <a:ext cx="1801322" cy="24381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7" name="Imagem 1">
              <a:extLst>
                <a:ext uri="{FF2B5EF4-FFF2-40B4-BE49-F238E27FC236}">
                  <a16:creationId xmlns:a16="http://schemas.microsoft.com/office/drawing/2014/main" id="{AB945FE8-AA3C-82FC-ACF3-AC7C244A547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37244" y="5073166"/>
              <a:ext cx="2628988" cy="17433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8" name="Imagem 2">
              <a:extLst>
                <a:ext uri="{FF2B5EF4-FFF2-40B4-BE49-F238E27FC236}">
                  <a16:creationId xmlns:a16="http://schemas.microsoft.com/office/drawing/2014/main" id="{D0FB5C4C-75B8-7AF8-0F99-54882D6B7E1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EFEFE"/>
                </a:clrFrom>
                <a:clrTo>
                  <a:srgbClr val="FEFEFE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94729" y="3620145"/>
              <a:ext cx="3512920" cy="2411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9" name="Imagem 3">
              <a:extLst>
                <a:ext uri="{FF2B5EF4-FFF2-40B4-BE49-F238E27FC236}">
                  <a16:creationId xmlns:a16="http://schemas.microsoft.com/office/drawing/2014/main" id="{700EBBE4-9537-7B23-0E53-28436587107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clrChange>
                <a:clrFrom>
                  <a:srgbClr val="FEFEFE"/>
                </a:clrFrom>
                <a:clrTo>
                  <a:srgbClr val="FEFEFE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67851" y="5406254"/>
              <a:ext cx="1849500" cy="8859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0" name="Imagem 3">
              <a:extLst>
                <a:ext uri="{FF2B5EF4-FFF2-40B4-BE49-F238E27FC236}">
                  <a16:creationId xmlns:a16="http://schemas.microsoft.com/office/drawing/2014/main" id="{4702BA3F-0863-AEAE-EB38-F6FAAA78D5C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392520" y="3642768"/>
              <a:ext cx="2426997" cy="17962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1" name="Imagem 1">
              <a:extLst>
                <a:ext uri="{FF2B5EF4-FFF2-40B4-BE49-F238E27FC236}">
                  <a16:creationId xmlns:a16="http://schemas.microsoft.com/office/drawing/2014/main" id="{A2D3D71C-D0A1-04FF-08C0-D3B0762357F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9253" y="3847367"/>
              <a:ext cx="2967741" cy="24381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7" name="Imagem 6" descr="Desenho com traços pretos em fundo branco e letras pretas&#10;&#10;O conteúdo gerado por IA pode estar incorreto.">
            <a:extLst>
              <a:ext uri="{FF2B5EF4-FFF2-40B4-BE49-F238E27FC236}">
                <a16:creationId xmlns:a16="http://schemas.microsoft.com/office/drawing/2014/main" id="{D76EEBCC-5D15-E135-3184-AC3F04AEFCB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5060" y="6104261"/>
            <a:ext cx="1464457" cy="644361"/>
          </a:xfrm>
          <a:prstGeom prst="rect">
            <a:avLst/>
          </a:prstGeom>
        </p:spPr>
      </p:pic>
      <p:grpSp>
        <p:nvGrpSpPr>
          <p:cNvPr id="2" name="Agrupar 1">
            <a:extLst>
              <a:ext uri="{FF2B5EF4-FFF2-40B4-BE49-F238E27FC236}">
                <a16:creationId xmlns:a16="http://schemas.microsoft.com/office/drawing/2014/main" id="{F027F6CC-D6E0-14CF-B2BE-D33C285F5B62}"/>
              </a:ext>
            </a:extLst>
          </p:cNvPr>
          <p:cNvGrpSpPr/>
          <p:nvPr/>
        </p:nvGrpSpPr>
        <p:grpSpPr>
          <a:xfrm>
            <a:off x="10065736" y="5709387"/>
            <a:ext cx="2042719" cy="1039235"/>
            <a:chOff x="2298584" y="5213339"/>
            <a:chExt cx="2042719" cy="1039235"/>
          </a:xfrm>
        </p:grpSpPr>
        <p:sp>
          <p:nvSpPr>
            <p:cNvPr id="8" name="Forma Livre: Forma 22">
              <a:extLst>
                <a:ext uri="{FF2B5EF4-FFF2-40B4-BE49-F238E27FC236}">
                  <a16:creationId xmlns:a16="http://schemas.microsoft.com/office/drawing/2014/main" id="{096A9C67-AFB2-1291-86D9-9B60256D0AFA}"/>
                </a:ext>
              </a:extLst>
            </p:cNvPr>
            <p:cNvSpPr/>
            <p:nvPr/>
          </p:nvSpPr>
          <p:spPr>
            <a:xfrm>
              <a:off x="2298584" y="5213339"/>
              <a:ext cx="2042719" cy="10392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pic>
          <p:nvPicPr>
            <p:cNvPr id="9" name="Imagem 8">
              <a:extLst>
                <a:ext uri="{FF2B5EF4-FFF2-40B4-BE49-F238E27FC236}">
                  <a16:creationId xmlns:a16="http://schemas.microsoft.com/office/drawing/2014/main" id="{BF8C0DCE-D1A0-EFA2-19F6-6AB1118A0F07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541141" y="5384972"/>
              <a:ext cx="1581371" cy="69596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932250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2B1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91440EF-3131-DEC0-0765-42214ADC71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3D531B0F-2B98-F59A-1D53-BD2258F19090}"/>
              </a:ext>
            </a:extLst>
          </p:cNvPr>
          <p:cNvSpPr/>
          <p:nvPr/>
        </p:nvSpPr>
        <p:spPr>
          <a:xfrm>
            <a:off x="955430" y="2496821"/>
            <a:ext cx="10281140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6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  <a:sym typeface="Arial"/>
              </a:rPr>
              <a:t>Nossa Metodologia...</a:t>
            </a:r>
          </a:p>
        </p:txBody>
      </p:sp>
      <p:grpSp>
        <p:nvGrpSpPr>
          <p:cNvPr id="3" name="Agrupar 2">
            <a:extLst>
              <a:ext uri="{FF2B5EF4-FFF2-40B4-BE49-F238E27FC236}">
                <a16:creationId xmlns:a16="http://schemas.microsoft.com/office/drawing/2014/main" id="{01BD1997-4104-307C-4A34-5E6F0A250784}"/>
              </a:ext>
            </a:extLst>
          </p:cNvPr>
          <p:cNvGrpSpPr/>
          <p:nvPr/>
        </p:nvGrpSpPr>
        <p:grpSpPr>
          <a:xfrm>
            <a:off x="5074640" y="5588898"/>
            <a:ext cx="2042719" cy="1039235"/>
            <a:chOff x="2298584" y="5213339"/>
            <a:chExt cx="2042719" cy="1039235"/>
          </a:xfrm>
        </p:grpSpPr>
        <p:sp>
          <p:nvSpPr>
            <p:cNvPr id="5" name="Forma Livre: Forma 22">
              <a:extLst>
                <a:ext uri="{FF2B5EF4-FFF2-40B4-BE49-F238E27FC236}">
                  <a16:creationId xmlns:a16="http://schemas.microsoft.com/office/drawing/2014/main" id="{08D641F5-549A-66E3-4C00-3BB5D4EB6D07}"/>
                </a:ext>
              </a:extLst>
            </p:cNvPr>
            <p:cNvSpPr/>
            <p:nvPr/>
          </p:nvSpPr>
          <p:spPr>
            <a:xfrm>
              <a:off x="2298584" y="5213339"/>
              <a:ext cx="2042719" cy="10392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pic>
          <p:nvPicPr>
            <p:cNvPr id="6" name="Imagem 5">
              <a:extLst>
                <a:ext uri="{FF2B5EF4-FFF2-40B4-BE49-F238E27FC236}">
                  <a16:creationId xmlns:a16="http://schemas.microsoft.com/office/drawing/2014/main" id="{E040118E-929E-5C7C-F488-BF1E16043D4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541141" y="5384972"/>
              <a:ext cx="1581371" cy="69596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306699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A2F3DC-30FF-5E24-AAE6-FDABEC2A61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tângulo 13">
            <a:extLst>
              <a:ext uri="{FF2B5EF4-FFF2-40B4-BE49-F238E27FC236}">
                <a16:creationId xmlns:a16="http://schemas.microsoft.com/office/drawing/2014/main" id="{101CB2E3-2460-996F-9B2B-88326B8BBDEE}"/>
              </a:ext>
            </a:extLst>
          </p:cNvPr>
          <p:cNvSpPr/>
          <p:nvPr/>
        </p:nvSpPr>
        <p:spPr>
          <a:xfrm>
            <a:off x="1921263" y="134192"/>
            <a:ext cx="6242152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800" b="0" i="0" u="none" strike="noStrike" kern="1200" cap="none" spc="300" normalizeH="0" baseline="0" noProof="0" dirty="0">
                <a:ln>
                  <a:noFill/>
                </a:ln>
                <a:solidFill>
                  <a:srgbClr val="005EA9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  <a:sym typeface="Arial"/>
              </a:rPr>
              <a:t>Nossa</a:t>
            </a:r>
            <a:endParaRPr kumimoji="0" lang="pt-BR" sz="2800" b="1" i="0" u="none" strike="noStrike" kern="1200" cap="none" spc="300" normalizeH="0" baseline="0" noProof="0" dirty="0">
              <a:ln>
                <a:noFill/>
              </a:ln>
              <a:solidFill>
                <a:srgbClr val="005EA9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  <a:sym typeface="Arial"/>
            </a:endParaRP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4000" b="1" i="0" u="none" strike="noStrike" kern="1200" cap="none" spc="300" normalizeH="0" baseline="0" noProof="0" dirty="0">
                <a:ln>
                  <a:noFill/>
                </a:ln>
                <a:solidFill>
                  <a:srgbClr val="005EA9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  <a:sym typeface="Arial"/>
              </a:rPr>
              <a:t>METODOLOGIA</a:t>
            </a:r>
          </a:p>
        </p:txBody>
      </p:sp>
      <p:grpSp>
        <p:nvGrpSpPr>
          <p:cNvPr id="3" name="Agrupar 2">
            <a:extLst>
              <a:ext uri="{FF2B5EF4-FFF2-40B4-BE49-F238E27FC236}">
                <a16:creationId xmlns:a16="http://schemas.microsoft.com/office/drawing/2014/main" id="{7D6EE451-3D03-1A9F-379E-5CD624250D6D}"/>
              </a:ext>
            </a:extLst>
          </p:cNvPr>
          <p:cNvGrpSpPr/>
          <p:nvPr/>
        </p:nvGrpSpPr>
        <p:grpSpPr>
          <a:xfrm>
            <a:off x="-36576" y="-18288"/>
            <a:ext cx="1810512" cy="1812000"/>
            <a:chOff x="-36576" y="-18288"/>
            <a:chExt cx="3268916" cy="3271602"/>
          </a:xfrm>
        </p:grpSpPr>
        <p:sp>
          <p:nvSpPr>
            <p:cNvPr id="5" name="Forma Livre: Forma 4">
              <a:extLst>
                <a:ext uri="{FF2B5EF4-FFF2-40B4-BE49-F238E27FC236}">
                  <a16:creationId xmlns:a16="http://schemas.microsoft.com/office/drawing/2014/main" id="{13D19E96-26A3-38B9-8BEE-23C08DA88061}"/>
                </a:ext>
              </a:extLst>
            </p:cNvPr>
            <p:cNvSpPr/>
            <p:nvPr/>
          </p:nvSpPr>
          <p:spPr>
            <a:xfrm>
              <a:off x="-36576" y="-18288"/>
              <a:ext cx="3268916" cy="3271602"/>
            </a:xfrm>
            <a:custGeom>
              <a:avLst/>
              <a:gdLst>
                <a:gd name="connsiteX0" fmla="*/ 2450802 w 3268916"/>
                <a:gd name="connsiteY0" fmla="*/ 0 h 3271602"/>
                <a:gd name="connsiteX1" fmla="*/ 3154168 w 3268916"/>
                <a:gd name="connsiteY1" fmla="*/ 0 h 3271602"/>
                <a:gd name="connsiteX2" fmla="*/ 3155777 w 3268916"/>
                <a:gd name="connsiteY2" fmla="*/ 4392 h 3271602"/>
                <a:gd name="connsiteX3" fmla="*/ 3268916 w 3268916"/>
                <a:gd name="connsiteY3" fmla="*/ 751602 h 3271602"/>
                <a:gd name="connsiteX4" fmla="*/ 748913 w 3268916"/>
                <a:gd name="connsiteY4" fmla="*/ 3271602 h 3271602"/>
                <a:gd name="connsiteX5" fmla="*/ 240523 w 3268916"/>
                <a:gd name="connsiteY5" fmla="*/ 3218443 h 3271602"/>
                <a:gd name="connsiteX6" fmla="*/ 0 w 3268916"/>
                <a:gd name="connsiteY6" fmla="*/ 3155922 h 3271602"/>
                <a:gd name="connsiteX7" fmla="*/ 0 w 3268916"/>
                <a:gd name="connsiteY7" fmla="*/ 2447446 h 3271602"/>
                <a:gd name="connsiteX8" fmla="*/ 23024 w 3268916"/>
                <a:gd name="connsiteY8" fmla="*/ 2458527 h 3271602"/>
                <a:gd name="connsiteX9" fmla="*/ 748913 w 3268916"/>
                <a:gd name="connsiteY9" fmla="*/ 2606691 h 3271602"/>
                <a:gd name="connsiteX10" fmla="*/ 2612319 w 3268916"/>
                <a:gd name="connsiteY10" fmla="*/ 751603 h 3271602"/>
                <a:gd name="connsiteX11" fmla="*/ 2466072 w 3268916"/>
                <a:gd name="connsiteY11" fmla="*/ 31524 h 3271602"/>
                <a:gd name="connsiteX12" fmla="*/ 2450802 w 3268916"/>
                <a:gd name="connsiteY12" fmla="*/ 0 h 32716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268916" h="3271602">
                  <a:moveTo>
                    <a:pt x="2450802" y="0"/>
                  </a:moveTo>
                  <a:lnTo>
                    <a:pt x="3154168" y="0"/>
                  </a:lnTo>
                  <a:lnTo>
                    <a:pt x="3155777" y="4392"/>
                  </a:lnTo>
                  <a:cubicBezTo>
                    <a:pt x="3229315" y="240512"/>
                    <a:pt x="3268916" y="491470"/>
                    <a:pt x="3268916" y="751602"/>
                  </a:cubicBezTo>
                  <a:cubicBezTo>
                    <a:pt x="3268916" y="2138972"/>
                    <a:pt x="2142490" y="3265395"/>
                    <a:pt x="748913" y="3271602"/>
                  </a:cubicBezTo>
                  <a:cubicBezTo>
                    <a:pt x="574716" y="3270826"/>
                    <a:pt x="404693" y="3252547"/>
                    <a:pt x="240523" y="3218443"/>
                  </a:cubicBezTo>
                  <a:lnTo>
                    <a:pt x="0" y="3155922"/>
                  </a:lnTo>
                  <a:lnTo>
                    <a:pt x="0" y="2447446"/>
                  </a:lnTo>
                  <a:lnTo>
                    <a:pt x="23024" y="2458527"/>
                  </a:lnTo>
                  <a:cubicBezTo>
                    <a:pt x="246022" y="2552866"/>
                    <a:pt x="491294" y="2605549"/>
                    <a:pt x="748913" y="2606691"/>
                  </a:cubicBezTo>
                  <a:cubicBezTo>
                    <a:pt x="1779387" y="2602122"/>
                    <a:pt x="2612319" y="1772910"/>
                    <a:pt x="2612319" y="751603"/>
                  </a:cubicBezTo>
                  <a:cubicBezTo>
                    <a:pt x="2612319" y="496276"/>
                    <a:pt x="2560261" y="252955"/>
                    <a:pt x="2466072" y="31524"/>
                  </a:cubicBezTo>
                  <a:lnTo>
                    <a:pt x="2450802" y="0"/>
                  </a:lnTo>
                  <a:close/>
                </a:path>
              </a:pathLst>
            </a:custGeom>
            <a:noFill/>
            <a:ln w="38100">
              <a:solidFill>
                <a:srgbClr val="005EA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" name="Forma Livre: Forma 5">
              <a:extLst>
                <a:ext uri="{FF2B5EF4-FFF2-40B4-BE49-F238E27FC236}">
                  <a16:creationId xmlns:a16="http://schemas.microsoft.com/office/drawing/2014/main" id="{C14827CE-0AA0-26DC-F0F9-53B37133CC95}"/>
                </a:ext>
              </a:extLst>
            </p:cNvPr>
            <p:cNvSpPr/>
            <p:nvPr/>
          </p:nvSpPr>
          <p:spPr>
            <a:xfrm>
              <a:off x="-36575" y="-18288"/>
              <a:ext cx="2612319" cy="2606691"/>
            </a:xfrm>
            <a:custGeom>
              <a:avLst/>
              <a:gdLst>
                <a:gd name="connsiteX0" fmla="*/ 0 w 2612319"/>
                <a:gd name="connsiteY0" fmla="*/ 0 h 2606691"/>
                <a:gd name="connsiteX1" fmla="*/ 2450802 w 2612319"/>
                <a:gd name="connsiteY1" fmla="*/ 0 h 2606691"/>
                <a:gd name="connsiteX2" fmla="*/ 2466072 w 2612319"/>
                <a:gd name="connsiteY2" fmla="*/ 31524 h 2606691"/>
                <a:gd name="connsiteX3" fmla="*/ 2612319 w 2612319"/>
                <a:gd name="connsiteY3" fmla="*/ 751603 h 2606691"/>
                <a:gd name="connsiteX4" fmla="*/ 748913 w 2612319"/>
                <a:gd name="connsiteY4" fmla="*/ 2606691 h 2606691"/>
                <a:gd name="connsiteX5" fmla="*/ 23024 w 2612319"/>
                <a:gd name="connsiteY5" fmla="*/ 2458527 h 2606691"/>
                <a:gd name="connsiteX6" fmla="*/ 0 w 2612319"/>
                <a:gd name="connsiteY6" fmla="*/ 2447446 h 2606691"/>
                <a:gd name="connsiteX7" fmla="*/ 0 w 2612319"/>
                <a:gd name="connsiteY7" fmla="*/ 0 h 2606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612319" h="2606691">
                  <a:moveTo>
                    <a:pt x="0" y="0"/>
                  </a:moveTo>
                  <a:lnTo>
                    <a:pt x="2450802" y="0"/>
                  </a:lnTo>
                  <a:lnTo>
                    <a:pt x="2466072" y="31524"/>
                  </a:lnTo>
                  <a:cubicBezTo>
                    <a:pt x="2560261" y="252955"/>
                    <a:pt x="2612319" y="496276"/>
                    <a:pt x="2612319" y="751603"/>
                  </a:cubicBezTo>
                  <a:cubicBezTo>
                    <a:pt x="2612319" y="1772910"/>
                    <a:pt x="1779387" y="2602122"/>
                    <a:pt x="748913" y="2606691"/>
                  </a:cubicBezTo>
                  <a:cubicBezTo>
                    <a:pt x="491294" y="2605549"/>
                    <a:pt x="246022" y="2552866"/>
                    <a:pt x="23024" y="2458527"/>
                  </a:cubicBezTo>
                  <a:lnTo>
                    <a:pt x="0" y="24474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5EA9"/>
            </a:solidFill>
            <a:ln>
              <a:solidFill>
                <a:srgbClr val="005EA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7" name="Imagem 6" descr="Desenho com traços pretos em fundo branco e letras pretas&#10;&#10;O conteúdo gerado por IA pode estar incorreto.">
            <a:extLst>
              <a:ext uri="{FF2B5EF4-FFF2-40B4-BE49-F238E27FC236}">
                <a16:creationId xmlns:a16="http://schemas.microsoft.com/office/drawing/2014/main" id="{4854D83B-79B7-7CEA-3E2F-B46748F1D0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5060" y="6104261"/>
            <a:ext cx="1464457" cy="644361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0FB889FE-44FA-E26C-ED8D-B94A0DDE3144}"/>
              </a:ext>
            </a:extLst>
          </p:cNvPr>
          <p:cNvSpPr txBox="1"/>
          <p:nvPr/>
        </p:nvSpPr>
        <p:spPr>
          <a:xfrm>
            <a:off x="1178560" y="1669549"/>
            <a:ext cx="10750957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>
              <a:defRPr/>
            </a:pPr>
            <a:r>
              <a:rPr lang="pt-BR" sz="2000" dirty="0">
                <a:solidFill>
                  <a:srgbClr val="000000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O conteúdo do curso será ministrado na </a:t>
            </a:r>
            <a:r>
              <a:rPr lang="pt-BR" sz="2000" b="1" dirty="0">
                <a:solidFill>
                  <a:srgbClr val="000000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modalidade presencial</a:t>
            </a:r>
            <a:r>
              <a:rPr lang="pt-BR" sz="2000" dirty="0">
                <a:solidFill>
                  <a:srgbClr val="000000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, por meio de:</a:t>
            </a:r>
            <a:endParaRPr lang="pt-BR" sz="2000" dirty="0">
              <a:solidFill>
                <a:srgbClr val="333399"/>
              </a:solidFill>
              <a:latin typeface="Calibri" panose="020F0502020204030204" pitchFamily="34" charset="0"/>
              <a:ea typeface="Verdana" panose="020B0604030504040204" pitchFamily="34" charset="0"/>
              <a:cs typeface="Calibri" panose="020F0502020204030204" pitchFamily="34" charset="0"/>
            </a:endParaRPr>
          </a:p>
          <a:p>
            <a:pPr defTabSz="914400">
              <a:defRPr/>
            </a:pPr>
            <a:endParaRPr lang="pt-BR" sz="2000" dirty="0">
              <a:solidFill>
                <a:srgbClr val="000000"/>
              </a:solidFill>
              <a:latin typeface="Calibri" panose="020F0502020204030204" pitchFamily="34" charset="0"/>
              <a:ea typeface="Verdana" panose="020B0604030504040204" pitchFamily="34" charset="0"/>
              <a:cs typeface="Calibri" panose="020F0502020204030204" pitchFamily="34" charset="0"/>
            </a:endParaRPr>
          </a:p>
          <a:p>
            <a:pPr marL="285750" indent="-285750" defTabSz="914400">
              <a:buFont typeface="Wingdings" panose="05000000000000000000" pitchFamily="2" charset="2"/>
              <a:buChar char="ü"/>
              <a:defRPr/>
            </a:pPr>
            <a:r>
              <a:rPr lang="pt-BR" sz="2000" dirty="0">
                <a:solidFill>
                  <a:srgbClr val="00B050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Aulas teóricas expositivas: </a:t>
            </a:r>
            <a:r>
              <a:rPr lang="pt-BR" sz="2000" dirty="0">
                <a:solidFill>
                  <a:srgbClr val="000000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utilizando projetor multimídia e quadro branco pertencentes à infraestrutura das salas de aula disponíveis do SENAI CIMATEC.</a:t>
            </a:r>
          </a:p>
          <a:p>
            <a:pPr defTabSz="914400">
              <a:defRPr/>
            </a:pPr>
            <a:endParaRPr lang="pt-BR" sz="2000" dirty="0">
              <a:solidFill>
                <a:srgbClr val="000000"/>
              </a:solidFill>
              <a:latin typeface="Calibri" panose="020F0502020204030204" pitchFamily="34" charset="0"/>
              <a:ea typeface="Verdana" panose="020B060403050404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ü"/>
              <a:defRPr/>
            </a:pPr>
            <a:r>
              <a:rPr lang="pt-BR" sz="2000" dirty="0">
                <a:solidFill>
                  <a:srgbClr val="00B050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Aulas com simulações: </a:t>
            </a:r>
            <a:r>
              <a:rPr lang="pt-BR" sz="2000" dirty="0">
                <a:solidFill>
                  <a:srgbClr val="000000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utilizando ferramentas computacionais instaladas nos computadores pertencentes à infraestrutura dos laboratórios disponíveis no SENAI CIMATEC.</a:t>
            </a:r>
          </a:p>
          <a:p>
            <a:pPr defTabSz="914400">
              <a:defRPr/>
            </a:pPr>
            <a:endParaRPr lang="pt-BR" sz="2000" dirty="0">
              <a:solidFill>
                <a:srgbClr val="000000"/>
              </a:solidFill>
              <a:latin typeface="Calibri" panose="020F0502020204030204" pitchFamily="34" charset="0"/>
              <a:ea typeface="Verdana" panose="020B060403050404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ü"/>
              <a:defRPr/>
            </a:pPr>
            <a:r>
              <a:rPr lang="pt-BR" sz="2000" dirty="0">
                <a:solidFill>
                  <a:srgbClr val="00B050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Aulas práticas: </a:t>
            </a:r>
            <a:r>
              <a:rPr lang="pt-BR" sz="2000" dirty="0">
                <a:solidFill>
                  <a:srgbClr val="000000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realizadas utilizando os instrumentos, equipamentos, ferramentas, insumos, computadores ou quaisquer outros itens constituintes da infraestrutura dos laboratórios disponíveis no SENAI CIMATEC. No caso, do </a:t>
            </a:r>
            <a:r>
              <a:rPr lang="pt-BR" sz="2000" b="1" dirty="0">
                <a:solidFill>
                  <a:srgbClr val="000000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“Laboratório de Eletrônica”</a:t>
            </a:r>
            <a:r>
              <a:rPr lang="pt-BR" sz="2000" dirty="0">
                <a:solidFill>
                  <a:srgbClr val="000000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, do CIMATEC  2, 1º andar (em frente à “Planta Piloto de Montagens Automatizadas” da “Área de Eletrônica Embarcada”).</a:t>
            </a:r>
          </a:p>
        </p:txBody>
      </p:sp>
      <p:grpSp>
        <p:nvGrpSpPr>
          <p:cNvPr id="4" name="Agrupar 3">
            <a:extLst>
              <a:ext uri="{FF2B5EF4-FFF2-40B4-BE49-F238E27FC236}">
                <a16:creationId xmlns:a16="http://schemas.microsoft.com/office/drawing/2014/main" id="{B9BD4D1A-5321-DDC4-DB78-8A5F6CAFE8CF}"/>
              </a:ext>
            </a:extLst>
          </p:cNvPr>
          <p:cNvGrpSpPr/>
          <p:nvPr/>
        </p:nvGrpSpPr>
        <p:grpSpPr>
          <a:xfrm>
            <a:off x="10065736" y="5709387"/>
            <a:ext cx="2042719" cy="1039235"/>
            <a:chOff x="2298584" y="5213339"/>
            <a:chExt cx="2042719" cy="1039235"/>
          </a:xfrm>
        </p:grpSpPr>
        <p:sp>
          <p:nvSpPr>
            <p:cNvPr id="8" name="Forma Livre: Forma 22">
              <a:extLst>
                <a:ext uri="{FF2B5EF4-FFF2-40B4-BE49-F238E27FC236}">
                  <a16:creationId xmlns:a16="http://schemas.microsoft.com/office/drawing/2014/main" id="{199AFD3C-1701-5BB7-3493-25849792658A}"/>
                </a:ext>
              </a:extLst>
            </p:cNvPr>
            <p:cNvSpPr/>
            <p:nvPr/>
          </p:nvSpPr>
          <p:spPr>
            <a:xfrm>
              <a:off x="2298584" y="5213339"/>
              <a:ext cx="2042719" cy="10392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pic>
          <p:nvPicPr>
            <p:cNvPr id="9" name="Imagem 8">
              <a:extLst>
                <a:ext uri="{FF2B5EF4-FFF2-40B4-BE49-F238E27FC236}">
                  <a16:creationId xmlns:a16="http://schemas.microsoft.com/office/drawing/2014/main" id="{A2487D61-53E1-0081-9B5C-5D0B0D6D066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541141" y="5384972"/>
              <a:ext cx="1581371" cy="69596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49715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763A33-D696-3960-FC55-8902600481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tângulo 13">
            <a:extLst>
              <a:ext uri="{FF2B5EF4-FFF2-40B4-BE49-F238E27FC236}">
                <a16:creationId xmlns:a16="http://schemas.microsoft.com/office/drawing/2014/main" id="{76B69AF7-AF83-212B-67BD-063AFB117157}"/>
              </a:ext>
            </a:extLst>
          </p:cNvPr>
          <p:cNvSpPr/>
          <p:nvPr/>
        </p:nvSpPr>
        <p:spPr>
          <a:xfrm>
            <a:off x="1921263" y="134192"/>
            <a:ext cx="6242152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800" b="0" i="0" u="none" strike="noStrike" kern="1200" cap="none" spc="300" normalizeH="0" baseline="0" noProof="0" dirty="0">
                <a:ln>
                  <a:noFill/>
                </a:ln>
                <a:solidFill>
                  <a:srgbClr val="005EA9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  <a:sym typeface="Arial"/>
              </a:rPr>
              <a:t>Nossa</a:t>
            </a:r>
            <a:endParaRPr kumimoji="0" lang="pt-BR" sz="2800" b="1" i="0" u="none" strike="noStrike" kern="1200" cap="none" spc="300" normalizeH="0" baseline="0" noProof="0" dirty="0">
              <a:ln>
                <a:noFill/>
              </a:ln>
              <a:solidFill>
                <a:srgbClr val="005EA9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  <a:sym typeface="Arial"/>
            </a:endParaRP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4000" b="1" i="0" u="none" strike="noStrike" kern="1200" cap="none" spc="300" normalizeH="0" baseline="0" noProof="0" dirty="0">
                <a:ln>
                  <a:noFill/>
                </a:ln>
                <a:solidFill>
                  <a:srgbClr val="005EA9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  <a:sym typeface="Arial"/>
              </a:rPr>
              <a:t>METODOLOGIA</a:t>
            </a:r>
          </a:p>
        </p:txBody>
      </p:sp>
      <p:grpSp>
        <p:nvGrpSpPr>
          <p:cNvPr id="3" name="Agrupar 2">
            <a:extLst>
              <a:ext uri="{FF2B5EF4-FFF2-40B4-BE49-F238E27FC236}">
                <a16:creationId xmlns:a16="http://schemas.microsoft.com/office/drawing/2014/main" id="{96879BBE-D63E-D61A-1EBD-6ADEE74AABE0}"/>
              </a:ext>
            </a:extLst>
          </p:cNvPr>
          <p:cNvGrpSpPr/>
          <p:nvPr/>
        </p:nvGrpSpPr>
        <p:grpSpPr>
          <a:xfrm>
            <a:off x="-36576" y="-18288"/>
            <a:ext cx="1810512" cy="1812000"/>
            <a:chOff x="-36576" y="-18288"/>
            <a:chExt cx="3268916" cy="3271602"/>
          </a:xfrm>
        </p:grpSpPr>
        <p:sp>
          <p:nvSpPr>
            <p:cNvPr id="5" name="Forma Livre: Forma 4">
              <a:extLst>
                <a:ext uri="{FF2B5EF4-FFF2-40B4-BE49-F238E27FC236}">
                  <a16:creationId xmlns:a16="http://schemas.microsoft.com/office/drawing/2014/main" id="{55F05702-598A-F8D8-F944-B707051824C3}"/>
                </a:ext>
              </a:extLst>
            </p:cNvPr>
            <p:cNvSpPr/>
            <p:nvPr/>
          </p:nvSpPr>
          <p:spPr>
            <a:xfrm>
              <a:off x="-36576" y="-18288"/>
              <a:ext cx="3268916" cy="3271602"/>
            </a:xfrm>
            <a:custGeom>
              <a:avLst/>
              <a:gdLst>
                <a:gd name="connsiteX0" fmla="*/ 2450802 w 3268916"/>
                <a:gd name="connsiteY0" fmla="*/ 0 h 3271602"/>
                <a:gd name="connsiteX1" fmla="*/ 3154168 w 3268916"/>
                <a:gd name="connsiteY1" fmla="*/ 0 h 3271602"/>
                <a:gd name="connsiteX2" fmla="*/ 3155777 w 3268916"/>
                <a:gd name="connsiteY2" fmla="*/ 4392 h 3271602"/>
                <a:gd name="connsiteX3" fmla="*/ 3268916 w 3268916"/>
                <a:gd name="connsiteY3" fmla="*/ 751602 h 3271602"/>
                <a:gd name="connsiteX4" fmla="*/ 748913 w 3268916"/>
                <a:gd name="connsiteY4" fmla="*/ 3271602 h 3271602"/>
                <a:gd name="connsiteX5" fmla="*/ 240523 w 3268916"/>
                <a:gd name="connsiteY5" fmla="*/ 3218443 h 3271602"/>
                <a:gd name="connsiteX6" fmla="*/ 0 w 3268916"/>
                <a:gd name="connsiteY6" fmla="*/ 3155922 h 3271602"/>
                <a:gd name="connsiteX7" fmla="*/ 0 w 3268916"/>
                <a:gd name="connsiteY7" fmla="*/ 2447446 h 3271602"/>
                <a:gd name="connsiteX8" fmla="*/ 23024 w 3268916"/>
                <a:gd name="connsiteY8" fmla="*/ 2458527 h 3271602"/>
                <a:gd name="connsiteX9" fmla="*/ 748913 w 3268916"/>
                <a:gd name="connsiteY9" fmla="*/ 2606691 h 3271602"/>
                <a:gd name="connsiteX10" fmla="*/ 2612319 w 3268916"/>
                <a:gd name="connsiteY10" fmla="*/ 751603 h 3271602"/>
                <a:gd name="connsiteX11" fmla="*/ 2466072 w 3268916"/>
                <a:gd name="connsiteY11" fmla="*/ 31524 h 3271602"/>
                <a:gd name="connsiteX12" fmla="*/ 2450802 w 3268916"/>
                <a:gd name="connsiteY12" fmla="*/ 0 h 32716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268916" h="3271602">
                  <a:moveTo>
                    <a:pt x="2450802" y="0"/>
                  </a:moveTo>
                  <a:lnTo>
                    <a:pt x="3154168" y="0"/>
                  </a:lnTo>
                  <a:lnTo>
                    <a:pt x="3155777" y="4392"/>
                  </a:lnTo>
                  <a:cubicBezTo>
                    <a:pt x="3229315" y="240512"/>
                    <a:pt x="3268916" y="491470"/>
                    <a:pt x="3268916" y="751602"/>
                  </a:cubicBezTo>
                  <a:cubicBezTo>
                    <a:pt x="3268916" y="2138972"/>
                    <a:pt x="2142490" y="3265395"/>
                    <a:pt x="748913" y="3271602"/>
                  </a:cubicBezTo>
                  <a:cubicBezTo>
                    <a:pt x="574716" y="3270826"/>
                    <a:pt x="404693" y="3252547"/>
                    <a:pt x="240523" y="3218443"/>
                  </a:cubicBezTo>
                  <a:lnTo>
                    <a:pt x="0" y="3155922"/>
                  </a:lnTo>
                  <a:lnTo>
                    <a:pt x="0" y="2447446"/>
                  </a:lnTo>
                  <a:lnTo>
                    <a:pt x="23024" y="2458527"/>
                  </a:lnTo>
                  <a:cubicBezTo>
                    <a:pt x="246022" y="2552866"/>
                    <a:pt x="491294" y="2605549"/>
                    <a:pt x="748913" y="2606691"/>
                  </a:cubicBezTo>
                  <a:cubicBezTo>
                    <a:pt x="1779387" y="2602122"/>
                    <a:pt x="2612319" y="1772910"/>
                    <a:pt x="2612319" y="751603"/>
                  </a:cubicBezTo>
                  <a:cubicBezTo>
                    <a:pt x="2612319" y="496276"/>
                    <a:pt x="2560261" y="252955"/>
                    <a:pt x="2466072" y="31524"/>
                  </a:cubicBezTo>
                  <a:lnTo>
                    <a:pt x="2450802" y="0"/>
                  </a:lnTo>
                  <a:close/>
                </a:path>
              </a:pathLst>
            </a:custGeom>
            <a:noFill/>
            <a:ln w="38100">
              <a:solidFill>
                <a:srgbClr val="005EA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" name="Forma Livre: Forma 5">
              <a:extLst>
                <a:ext uri="{FF2B5EF4-FFF2-40B4-BE49-F238E27FC236}">
                  <a16:creationId xmlns:a16="http://schemas.microsoft.com/office/drawing/2014/main" id="{AB8624D2-667C-27EA-F312-37DF1EB54074}"/>
                </a:ext>
              </a:extLst>
            </p:cNvPr>
            <p:cNvSpPr/>
            <p:nvPr/>
          </p:nvSpPr>
          <p:spPr>
            <a:xfrm>
              <a:off x="-36575" y="-18288"/>
              <a:ext cx="2612319" cy="2606691"/>
            </a:xfrm>
            <a:custGeom>
              <a:avLst/>
              <a:gdLst>
                <a:gd name="connsiteX0" fmla="*/ 0 w 2612319"/>
                <a:gd name="connsiteY0" fmla="*/ 0 h 2606691"/>
                <a:gd name="connsiteX1" fmla="*/ 2450802 w 2612319"/>
                <a:gd name="connsiteY1" fmla="*/ 0 h 2606691"/>
                <a:gd name="connsiteX2" fmla="*/ 2466072 w 2612319"/>
                <a:gd name="connsiteY2" fmla="*/ 31524 h 2606691"/>
                <a:gd name="connsiteX3" fmla="*/ 2612319 w 2612319"/>
                <a:gd name="connsiteY3" fmla="*/ 751603 h 2606691"/>
                <a:gd name="connsiteX4" fmla="*/ 748913 w 2612319"/>
                <a:gd name="connsiteY4" fmla="*/ 2606691 h 2606691"/>
                <a:gd name="connsiteX5" fmla="*/ 23024 w 2612319"/>
                <a:gd name="connsiteY5" fmla="*/ 2458527 h 2606691"/>
                <a:gd name="connsiteX6" fmla="*/ 0 w 2612319"/>
                <a:gd name="connsiteY6" fmla="*/ 2447446 h 2606691"/>
                <a:gd name="connsiteX7" fmla="*/ 0 w 2612319"/>
                <a:gd name="connsiteY7" fmla="*/ 0 h 2606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612319" h="2606691">
                  <a:moveTo>
                    <a:pt x="0" y="0"/>
                  </a:moveTo>
                  <a:lnTo>
                    <a:pt x="2450802" y="0"/>
                  </a:lnTo>
                  <a:lnTo>
                    <a:pt x="2466072" y="31524"/>
                  </a:lnTo>
                  <a:cubicBezTo>
                    <a:pt x="2560261" y="252955"/>
                    <a:pt x="2612319" y="496276"/>
                    <a:pt x="2612319" y="751603"/>
                  </a:cubicBezTo>
                  <a:cubicBezTo>
                    <a:pt x="2612319" y="1772910"/>
                    <a:pt x="1779387" y="2602122"/>
                    <a:pt x="748913" y="2606691"/>
                  </a:cubicBezTo>
                  <a:cubicBezTo>
                    <a:pt x="491294" y="2605549"/>
                    <a:pt x="246022" y="2552866"/>
                    <a:pt x="23024" y="2458527"/>
                  </a:cubicBezTo>
                  <a:lnTo>
                    <a:pt x="0" y="24474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5EA9"/>
            </a:solidFill>
            <a:ln>
              <a:solidFill>
                <a:srgbClr val="005EA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7" name="Imagem 6" descr="Desenho com traços pretos em fundo branco e letras pretas&#10;&#10;O conteúdo gerado por IA pode estar incorreto.">
            <a:extLst>
              <a:ext uri="{FF2B5EF4-FFF2-40B4-BE49-F238E27FC236}">
                <a16:creationId xmlns:a16="http://schemas.microsoft.com/office/drawing/2014/main" id="{02F4CC07-173A-61C2-AE66-1B6AACC918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5060" y="6104261"/>
            <a:ext cx="1464457" cy="644361"/>
          </a:xfrm>
          <a:prstGeom prst="rect">
            <a:avLst/>
          </a:prstGeom>
        </p:spPr>
      </p:pic>
      <p:sp>
        <p:nvSpPr>
          <p:cNvPr id="4" name="Text Box 2">
            <a:extLst>
              <a:ext uri="{FF2B5EF4-FFF2-40B4-BE49-F238E27FC236}">
                <a16:creationId xmlns:a16="http://schemas.microsoft.com/office/drawing/2014/main" id="{E0C3E501-DE65-F026-47A9-ED96FE0935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4627" y="1747345"/>
            <a:ext cx="10788869" cy="42435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1pPr>
            <a:lvl2pPr marL="1349375" indent="-51435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2pPr>
            <a:lvl3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3pPr>
            <a:lvl4pPr marL="1714500" indent="-3429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4pPr>
            <a:lvl5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9pPr>
          </a:lstStyle>
          <a:p>
            <a:pPr>
              <a:spcAft>
                <a:spcPts val="1200"/>
              </a:spcAft>
              <a:buClr>
                <a:srgbClr val="002060"/>
              </a:buClr>
              <a:buSzPct val="100000"/>
            </a:pPr>
            <a:r>
              <a:rPr lang="pt-BR" altLang="pt-BR" sz="2400" b="1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Ferramentas Computacionais para Simulação Elétrica</a:t>
            </a:r>
          </a:p>
          <a:p>
            <a:pPr lvl="1">
              <a:spcAft>
                <a:spcPts val="600"/>
              </a:spcAft>
              <a:buClr>
                <a:srgbClr val="002060"/>
              </a:buClr>
              <a:buSzPct val="100000"/>
              <a:buFont typeface="Arial" panose="020B0604020202020204" pitchFamily="34" charset="0"/>
              <a:buAutoNum type="romanLcPeriod"/>
            </a:pPr>
            <a:r>
              <a:rPr lang="pt-BR" altLang="pt-BR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Spice Opus (</a:t>
            </a:r>
            <a:r>
              <a:rPr lang="pt-BR" altLang="pt-BR" i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shareware</a:t>
            </a:r>
            <a:r>
              <a:rPr lang="pt-BR" altLang="pt-BR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lvl="1">
              <a:spcAft>
                <a:spcPts val="600"/>
              </a:spcAft>
              <a:buClr>
                <a:srgbClr val="002060"/>
              </a:buClr>
              <a:buSzPct val="100000"/>
              <a:buFont typeface="Arial" panose="020B0604020202020204" pitchFamily="34" charset="0"/>
              <a:buAutoNum type="romanLcPeriod"/>
            </a:pPr>
            <a:r>
              <a:rPr lang="pt-BR" altLang="pt-BR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LTSpice (</a:t>
            </a:r>
            <a:r>
              <a:rPr lang="pt-BR" altLang="pt-BR" i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shareware</a:t>
            </a:r>
            <a:r>
              <a:rPr lang="pt-BR" altLang="pt-BR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 – Utilizado nesse curso. </a:t>
            </a:r>
          </a:p>
          <a:p>
            <a:pPr lvl="3">
              <a:spcAft>
                <a:spcPts val="600"/>
              </a:spcAft>
              <a:buClr>
                <a:srgbClr val="002060"/>
              </a:buClr>
              <a:buSzPct val="100000"/>
              <a:buFont typeface="Arial" panose="020B0604020202020204" pitchFamily="34" charset="0"/>
              <a:buChar char="•"/>
            </a:pPr>
            <a:r>
              <a:rPr lang="pt-BR" altLang="pt-BR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Download:</a:t>
            </a:r>
            <a:r>
              <a:rPr lang="pt-BR" altLang="pt-BR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altLang="pt-BR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  <a:hlinkClick r:id="rId3"/>
              </a:rPr>
              <a:t>https://www.analog.com/en/design-center/design-tools-and-calculators/ltspice-simulator.html#</a:t>
            </a:r>
            <a:r>
              <a:rPr lang="pt-BR" altLang="pt-BR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lvl="3">
              <a:spcAft>
                <a:spcPts val="600"/>
              </a:spcAft>
              <a:buClr>
                <a:srgbClr val="002060"/>
              </a:buClr>
              <a:buSzPct val="100000"/>
              <a:buFont typeface="Arial" panose="020B0604020202020204" pitchFamily="34" charset="0"/>
              <a:buChar char="•"/>
            </a:pPr>
            <a:r>
              <a:rPr lang="pt-BR" altLang="pt-BR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Tutorial em texto (português): </a:t>
            </a:r>
            <a:r>
              <a:rPr lang="pt-BR" altLang="pt-BR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  <a:hlinkClick r:id="rId4"/>
              </a:rPr>
              <a:t>https://portal.vidadesilicio.com.br/ltspice-primeiros-passos/</a:t>
            </a:r>
            <a:r>
              <a:rPr lang="pt-BR" altLang="pt-BR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lvl="3">
              <a:spcAft>
                <a:spcPts val="600"/>
              </a:spcAft>
              <a:buClr>
                <a:srgbClr val="002060"/>
              </a:buClr>
              <a:buSzPct val="100000"/>
              <a:buFont typeface="Arial" panose="020B0604020202020204" pitchFamily="34" charset="0"/>
              <a:buChar char="•"/>
            </a:pPr>
            <a:r>
              <a:rPr lang="pt-BR" altLang="pt-BR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Tutorial em vídeo no Youtube (português): </a:t>
            </a:r>
            <a:r>
              <a:rPr lang="pt-BR" altLang="pt-BR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  <a:hlinkClick r:id="rId5"/>
              </a:rPr>
              <a:t>https://www.youtube.com/watch?v=qkHkxBZ69Dk</a:t>
            </a:r>
            <a:r>
              <a:rPr lang="pt-BR" altLang="pt-BR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lvl="1">
              <a:spcAft>
                <a:spcPts val="600"/>
              </a:spcAft>
              <a:buClr>
                <a:srgbClr val="002060"/>
              </a:buClr>
              <a:buSzPct val="100000"/>
              <a:buFont typeface="Arial" panose="020B0604020202020204" pitchFamily="34" charset="0"/>
              <a:buAutoNum type="romanLcPeriod"/>
            </a:pPr>
            <a:r>
              <a:rPr lang="pt-BR" altLang="pt-BR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Proteus – Utilizado no curso</a:t>
            </a:r>
          </a:p>
          <a:p>
            <a:pPr lvl="1">
              <a:spcAft>
                <a:spcPts val="600"/>
              </a:spcAft>
              <a:buClr>
                <a:srgbClr val="002060"/>
              </a:buClr>
              <a:buSzPct val="100000"/>
              <a:buFont typeface="Arial" panose="020B0604020202020204" pitchFamily="34" charset="0"/>
              <a:buAutoNum type="romanLcPeriod"/>
            </a:pPr>
            <a:r>
              <a:rPr lang="pt-BR" altLang="pt-BR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MicroCap</a:t>
            </a:r>
          </a:p>
          <a:p>
            <a:pPr lvl="1">
              <a:spcAft>
                <a:spcPts val="600"/>
              </a:spcAft>
              <a:buClr>
                <a:srgbClr val="002060"/>
              </a:buClr>
              <a:buSzPct val="100000"/>
              <a:buFont typeface="Arial" panose="020B0604020202020204" pitchFamily="34" charset="0"/>
              <a:buAutoNum type="romanLcPeriod"/>
            </a:pPr>
            <a:r>
              <a:rPr lang="pt-BR" altLang="pt-BR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Orcad</a:t>
            </a:r>
          </a:p>
          <a:p>
            <a:pPr lvl="1">
              <a:spcAft>
                <a:spcPts val="600"/>
              </a:spcAft>
              <a:buClr>
                <a:srgbClr val="002060"/>
              </a:buClr>
              <a:buSzPct val="100000"/>
              <a:buFont typeface="Arial" panose="020B0604020202020204" pitchFamily="34" charset="0"/>
              <a:buAutoNum type="romanLcPeriod"/>
            </a:pPr>
            <a:r>
              <a:rPr lang="pt-BR" altLang="pt-BR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Smash – Dolphin Integration</a:t>
            </a:r>
          </a:p>
        </p:txBody>
      </p:sp>
      <p:grpSp>
        <p:nvGrpSpPr>
          <p:cNvPr id="2" name="Agrupar 1">
            <a:extLst>
              <a:ext uri="{FF2B5EF4-FFF2-40B4-BE49-F238E27FC236}">
                <a16:creationId xmlns:a16="http://schemas.microsoft.com/office/drawing/2014/main" id="{0DCE1945-2013-5BA3-CA0D-F57F81F8BB32}"/>
              </a:ext>
            </a:extLst>
          </p:cNvPr>
          <p:cNvGrpSpPr/>
          <p:nvPr/>
        </p:nvGrpSpPr>
        <p:grpSpPr>
          <a:xfrm>
            <a:off x="10065736" y="5709387"/>
            <a:ext cx="2042719" cy="1039235"/>
            <a:chOff x="2298584" y="5213339"/>
            <a:chExt cx="2042719" cy="1039235"/>
          </a:xfrm>
        </p:grpSpPr>
        <p:sp>
          <p:nvSpPr>
            <p:cNvPr id="8" name="Forma Livre: Forma 22">
              <a:extLst>
                <a:ext uri="{FF2B5EF4-FFF2-40B4-BE49-F238E27FC236}">
                  <a16:creationId xmlns:a16="http://schemas.microsoft.com/office/drawing/2014/main" id="{0A253C34-B0E0-5BD0-753A-B7AAA0C65627}"/>
                </a:ext>
              </a:extLst>
            </p:cNvPr>
            <p:cNvSpPr/>
            <p:nvPr/>
          </p:nvSpPr>
          <p:spPr>
            <a:xfrm>
              <a:off x="2298584" y="5213339"/>
              <a:ext cx="2042719" cy="10392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pic>
          <p:nvPicPr>
            <p:cNvPr id="9" name="Imagem 8">
              <a:extLst>
                <a:ext uri="{FF2B5EF4-FFF2-40B4-BE49-F238E27FC236}">
                  <a16:creationId xmlns:a16="http://schemas.microsoft.com/office/drawing/2014/main" id="{CD135B63-20DF-DCD9-2FF7-4A13432F974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541141" y="5384972"/>
              <a:ext cx="1581371" cy="69596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8207286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7C7765-3D74-7667-AE90-F0E3010F6D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tângulo 13">
            <a:extLst>
              <a:ext uri="{FF2B5EF4-FFF2-40B4-BE49-F238E27FC236}">
                <a16:creationId xmlns:a16="http://schemas.microsoft.com/office/drawing/2014/main" id="{F6251127-9F22-E76F-E495-4FB04DE71F0D}"/>
              </a:ext>
            </a:extLst>
          </p:cNvPr>
          <p:cNvSpPr/>
          <p:nvPr/>
        </p:nvSpPr>
        <p:spPr>
          <a:xfrm>
            <a:off x="1921263" y="134192"/>
            <a:ext cx="6242152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800" b="0" i="0" u="none" strike="noStrike" kern="1200" cap="none" spc="300" normalizeH="0" baseline="0" noProof="0" dirty="0">
                <a:ln>
                  <a:noFill/>
                </a:ln>
                <a:solidFill>
                  <a:srgbClr val="005EA9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  <a:sym typeface="Arial"/>
              </a:rPr>
              <a:t>Nossa</a:t>
            </a:r>
            <a:endParaRPr kumimoji="0" lang="pt-BR" sz="2800" b="1" i="0" u="none" strike="noStrike" kern="1200" cap="none" spc="300" normalizeH="0" baseline="0" noProof="0" dirty="0">
              <a:ln>
                <a:noFill/>
              </a:ln>
              <a:solidFill>
                <a:srgbClr val="005EA9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  <a:sym typeface="Arial"/>
            </a:endParaRP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4000" b="1" i="0" u="none" strike="noStrike" kern="1200" cap="none" spc="300" normalizeH="0" baseline="0" noProof="0" dirty="0">
                <a:ln>
                  <a:noFill/>
                </a:ln>
                <a:solidFill>
                  <a:srgbClr val="005EA9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  <a:sym typeface="Arial"/>
              </a:rPr>
              <a:t>METODOLOGIA</a:t>
            </a:r>
          </a:p>
        </p:txBody>
      </p:sp>
      <p:grpSp>
        <p:nvGrpSpPr>
          <p:cNvPr id="3" name="Agrupar 2">
            <a:extLst>
              <a:ext uri="{FF2B5EF4-FFF2-40B4-BE49-F238E27FC236}">
                <a16:creationId xmlns:a16="http://schemas.microsoft.com/office/drawing/2014/main" id="{8AB27234-1A61-5CCF-A834-0138A179F5C3}"/>
              </a:ext>
            </a:extLst>
          </p:cNvPr>
          <p:cNvGrpSpPr/>
          <p:nvPr/>
        </p:nvGrpSpPr>
        <p:grpSpPr>
          <a:xfrm>
            <a:off x="-36576" y="-18288"/>
            <a:ext cx="1810512" cy="1812000"/>
            <a:chOff x="-36576" y="-18288"/>
            <a:chExt cx="3268916" cy="3271602"/>
          </a:xfrm>
        </p:grpSpPr>
        <p:sp>
          <p:nvSpPr>
            <p:cNvPr id="5" name="Forma Livre: Forma 4">
              <a:extLst>
                <a:ext uri="{FF2B5EF4-FFF2-40B4-BE49-F238E27FC236}">
                  <a16:creationId xmlns:a16="http://schemas.microsoft.com/office/drawing/2014/main" id="{EAE8D9DA-806C-C2C3-0445-E83EBD899E0F}"/>
                </a:ext>
              </a:extLst>
            </p:cNvPr>
            <p:cNvSpPr/>
            <p:nvPr/>
          </p:nvSpPr>
          <p:spPr>
            <a:xfrm>
              <a:off x="-36576" y="-18288"/>
              <a:ext cx="3268916" cy="3271602"/>
            </a:xfrm>
            <a:custGeom>
              <a:avLst/>
              <a:gdLst>
                <a:gd name="connsiteX0" fmla="*/ 2450802 w 3268916"/>
                <a:gd name="connsiteY0" fmla="*/ 0 h 3271602"/>
                <a:gd name="connsiteX1" fmla="*/ 3154168 w 3268916"/>
                <a:gd name="connsiteY1" fmla="*/ 0 h 3271602"/>
                <a:gd name="connsiteX2" fmla="*/ 3155777 w 3268916"/>
                <a:gd name="connsiteY2" fmla="*/ 4392 h 3271602"/>
                <a:gd name="connsiteX3" fmla="*/ 3268916 w 3268916"/>
                <a:gd name="connsiteY3" fmla="*/ 751602 h 3271602"/>
                <a:gd name="connsiteX4" fmla="*/ 748913 w 3268916"/>
                <a:gd name="connsiteY4" fmla="*/ 3271602 h 3271602"/>
                <a:gd name="connsiteX5" fmla="*/ 240523 w 3268916"/>
                <a:gd name="connsiteY5" fmla="*/ 3218443 h 3271602"/>
                <a:gd name="connsiteX6" fmla="*/ 0 w 3268916"/>
                <a:gd name="connsiteY6" fmla="*/ 3155922 h 3271602"/>
                <a:gd name="connsiteX7" fmla="*/ 0 w 3268916"/>
                <a:gd name="connsiteY7" fmla="*/ 2447446 h 3271602"/>
                <a:gd name="connsiteX8" fmla="*/ 23024 w 3268916"/>
                <a:gd name="connsiteY8" fmla="*/ 2458527 h 3271602"/>
                <a:gd name="connsiteX9" fmla="*/ 748913 w 3268916"/>
                <a:gd name="connsiteY9" fmla="*/ 2606691 h 3271602"/>
                <a:gd name="connsiteX10" fmla="*/ 2612319 w 3268916"/>
                <a:gd name="connsiteY10" fmla="*/ 751603 h 3271602"/>
                <a:gd name="connsiteX11" fmla="*/ 2466072 w 3268916"/>
                <a:gd name="connsiteY11" fmla="*/ 31524 h 3271602"/>
                <a:gd name="connsiteX12" fmla="*/ 2450802 w 3268916"/>
                <a:gd name="connsiteY12" fmla="*/ 0 h 32716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268916" h="3271602">
                  <a:moveTo>
                    <a:pt x="2450802" y="0"/>
                  </a:moveTo>
                  <a:lnTo>
                    <a:pt x="3154168" y="0"/>
                  </a:lnTo>
                  <a:lnTo>
                    <a:pt x="3155777" y="4392"/>
                  </a:lnTo>
                  <a:cubicBezTo>
                    <a:pt x="3229315" y="240512"/>
                    <a:pt x="3268916" y="491470"/>
                    <a:pt x="3268916" y="751602"/>
                  </a:cubicBezTo>
                  <a:cubicBezTo>
                    <a:pt x="3268916" y="2138972"/>
                    <a:pt x="2142490" y="3265395"/>
                    <a:pt x="748913" y="3271602"/>
                  </a:cubicBezTo>
                  <a:cubicBezTo>
                    <a:pt x="574716" y="3270826"/>
                    <a:pt x="404693" y="3252547"/>
                    <a:pt x="240523" y="3218443"/>
                  </a:cubicBezTo>
                  <a:lnTo>
                    <a:pt x="0" y="3155922"/>
                  </a:lnTo>
                  <a:lnTo>
                    <a:pt x="0" y="2447446"/>
                  </a:lnTo>
                  <a:lnTo>
                    <a:pt x="23024" y="2458527"/>
                  </a:lnTo>
                  <a:cubicBezTo>
                    <a:pt x="246022" y="2552866"/>
                    <a:pt x="491294" y="2605549"/>
                    <a:pt x="748913" y="2606691"/>
                  </a:cubicBezTo>
                  <a:cubicBezTo>
                    <a:pt x="1779387" y="2602122"/>
                    <a:pt x="2612319" y="1772910"/>
                    <a:pt x="2612319" y="751603"/>
                  </a:cubicBezTo>
                  <a:cubicBezTo>
                    <a:pt x="2612319" y="496276"/>
                    <a:pt x="2560261" y="252955"/>
                    <a:pt x="2466072" y="31524"/>
                  </a:cubicBezTo>
                  <a:lnTo>
                    <a:pt x="2450802" y="0"/>
                  </a:lnTo>
                  <a:close/>
                </a:path>
              </a:pathLst>
            </a:custGeom>
            <a:noFill/>
            <a:ln w="38100">
              <a:solidFill>
                <a:srgbClr val="005EA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" name="Forma Livre: Forma 5">
              <a:extLst>
                <a:ext uri="{FF2B5EF4-FFF2-40B4-BE49-F238E27FC236}">
                  <a16:creationId xmlns:a16="http://schemas.microsoft.com/office/drawing/2014/main" id="{56650160-EE33-325C-DAE9-94EDFC599D09}"/>
                </a:ext>
              </a:extLst>
            </p:cNvPr>
            <p:cNvSpPr/>
            <p:nvPr/>
          </p:nvSpPr>
          <p:spPr>
            <a:xfrm>
              <a:off x="-36575" y="-18288"/>
              <a:ext cx="2612319" cy="2606691"/>
            </a:xfrm>
            <a:custGeom>
              <a:avLst/>
              <a:gdLst>
                <a:gd name="connsiteX0" fmla="*/ 0 w 2612319"/>
                <a:gd name="connsiteY0" fmla="*/ 0 h 2606691"/>
                <a:gd name="connsiteX1" fmla="*/ 2450802 w 2612319"/>
                <a:gd name="connsiteY1" fmla="*/ 0 h 2606691"/>
                <a:gd name="connsiteX2" fmla="*/ 2466072 w 2612319"/>
                <a:gd name="connsiteY2" fmla="*/ 31524 h 2606691"/>
                <a:gd name="connsiteX3" fmla="*/ 2612319 w 2612319"/>
                <a:gd name="connsiteY3" fmla="*/ 751603 h 2606691"/>
                <a:gd name="connsiteX4" fmla="*/ 748913 w 2612319"/>
                <a:gd name="connsiteY4" fmla="*/ 2606691 h 2606691"/>
                <a:gd name="connsiteX5" fmla="*/ 23024 w 2612319"/>
                <a:gd name="connsiteY5" fmla="*/ 2458527 h 2606691"/>
                <a:gd name="connsiteX6" fmla="*/ 0 w 2612319"/>
                <a:gd name="connsiteY6" fmla="*/ 2447446 h 2606691"/>
                <a:gd name="connsiteX7" fmla="*/ 0 w 2612319"/>
                <a:gd name="connsiteY7" fmla="*/ 0 h 2606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612319" h="2606691">
                  <a:moveTo>
                    <a:pt x="0" y="0"/>
                  </a:moveTo>
                  <a:lnTo>
                    <a:pt x="2450802" y="0"/>
                  </a:lnTo>
                  <a:lnTo>
                    <a:pt x="2466072" y="31524"/>
                  </a:lnTo>
                  <a:cubicBezTo>
                    <a:pt x="2560261" y="252955"/>
                    <a:pt x="2612319" y="496276"/>
                    <a:pt x="2612319" y="751603"/>
                  </a:cubicBezTo>
                  <a:cubicBezTo>
                    <a:pt x="2612319" y="1772910"/>
                    <a:pt x="1779387" y="2602122"/>
                    <a:pt x="748913" y="2606691"/>
                  </a:cubicBezTo>
                  <a:cubicBezTo>
                    <a:pt x="491294" y="2605549"/>
                    <a:pt x="246022" y="2552866"/>
                    <a:pt x="23024" y="2458527"/>
                  </a:cubicBezTo>
                  <a:lnTo>
                    <a:pt x="0" y="24474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5EA9"/>
            </a:solidFill>
            <a:ln>
              <a:solidFill>
                <a:srgbClr val="005EA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7" name="Text Box 2">
            <a:extLst>
              <a:ext uri="{FF2B5EF4-FFF2-40B4-BE49-F238E27FC236}">
                <a16:creationId xmlns:a16="http://schemas.microsoft.com/office/drawing/2014/main" id="{D2648EBD-5C21-BA50-BE78-2A094FAAFF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4627" y="1747345"/>
            <a:ext cx="10788869" cy="4913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1pPr>
            <a:lvl2pPr marL="1349375" indent="-51435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2pPr>
            <a:lvl3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3pPr>
            <a:lvl4pPr marL="1714500" indent="-3429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4pPr>
            <a:lvl5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9pPr>
          </a:lstStyle>
          <a:p>
            <a:pPr>
              <a:spcAft>
                <a:spcPts val="1200"/>
              </a:spcAft>
              <a:buClr>
                <a:srgbClr val="002060"/>
              </a:buClr>
              <a:buSzPct val="100000"/>
            </a:pPr>
            <a:r>
              <a:rPr lang="pt-BR" altLang="pt-BR" sz="2400" b="1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Ferramentas Computacionais para Simulação Elétrica</a:t>
            </a:r>
          </a:p>
        </p:txBody>
      </p:sp>
      <p:grpSp>
        <p:nvGrpSpPr>
          <p:cNvPr id="4" name="Agrupar 3">
            <a:extLst>
              <a:ext uri="{FF2B5EF4-FFF2-40B4-BE49-F238E27FC236}">
                <a16:creationId xmlns:a16="http://schemas.microsoft.com/office/drawing/2014/main" id="{67F9AD3F-B8B9-89E2-CA48-F64D96B229F8}"/>
              </a:ext>
            </a:extLst>
          </p:cNvPr>
          <p:cNvGrpSpPr/>
          <p:nvPr/>
        </p:nvGrpSpPr>
        <p:grpSpPr>
          <a:xfrm>
            <a:off x="1" y="181024"/>
            <a:ext cx="12191999" cy="5168755"/>
            <a:chOff x="1" y="181024"/>
            <a:chExt cx="12191999" cy="5168755"/>
          </a:xfrm>
        </p:grpSpPr>
        <p:pic>
          <p:nvPicPr>
            <p:cNvPr id="8" name="Picture 4" descr="LTspice (@LTspice) / Twitter">
              <a:extLst>
                <a:ext uri="{FF2B5EF4-FFF2-40B4-BE49-F238E27FC236}">
                  <a16:creationId xmlns:a16="http://schemas.microsoft.com/office/drawing/2014/main" id="{E8F95CA8-D48B-687A-4F1B-A4A98CF99CB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119316" y="181024"/>
              <a:ext cx="1812000" cy="1812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9" name="Agrupar 8">
              <a:extLst>
                <a:ext uri="{FF2B5EF4-FFF2-40B4-BE49-F238E27FC236}">
                  <a16:creationId xmlns:a16="http://schemas.microsoft.com/office/drawing/2014/main" id="{52A3FD0B-906C-AAEC-3ABA-007C08B95EF0}"/>
                </a:ext>
              </a:extLst>
            </p:cNvPr>
            <p:cNvGrpSpPr/>
            <p:nvPr/>
          </p:nvGrpSpPr>
          <p:grpSpPr>
            <a:xfrm>
              <a:off x="1" y="2482650"/>
              <a:ext cx="12191999" cy="2867129"/>
              <a:chOff x="1" y="2754870"/>
              <a:chExt cx="12191999" cy="2867129"/>
            </a:xfrm>
          </p:grpSpPr>
          <p:pic>
            <p:nvPicPr>
              <p:cNvPr id="10" name="Picture 2" descr="Bloguetrónica: LTspice IV">
                <a:extLst>
                  <a:ext uri="{FF2B5EF4-FFF2-40B4-BE49-F238E27FC236}">
                    <a16:creationId xmlns:a16="http://schemas.microsoft.com/office/drawing/2014/main" id="{1461A479-6ECE-22B8-754B-1C574FFE016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" y="2754870"/>
                <a:ext cx="3815254" cy="286144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1" name="Picture 6" descr="How to: Getting Started with LTspice - Electronics-Lab.com">
                <a:extLst>
                  <a:ext uri="{FF2B5EF4-FFF2-40B4-BE49-F238E27FC236}">
                    <a16:creationId xmlns:a16="http://schemas.microsoft.com/office/drawing/2014/main" id="{BC293B15-D672-4B5F-EB11-5B1AC1E695D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376745" y="2754870"/>
                <a:ext cx="3815255" cy="286144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2" name="Picture 8" descr="LTspice simulation of HV part | Details | Hackaday.io">
                <a:extLst>
                  <a:ext uri="{FF2B5EF4-FFF2-40B4-BE49-F238E27FC236}">
                    <a16:creationId xmlns:a16="http://schemas.microsoft.com/office/drawing/2014/main" id="{5ADAB0CA-9DBC-C2C2-10C8-38EB7808266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983422" y="2765380"/>
                <a:ext cx="4279268" cy="285661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pic>
        <p:nvPicPr>
          <p:cNvPr id="13" name="Imagem 12" descr="Desenho com traços pretos em fundo branco e letras pretas&#10;&#10;O conteúdo gerado por IA pode estar incorreto.">
            <a:extLst>
              <a:ext uri="{FF2B5EF4-FFF2-40B4-BE49-F238E27FC236}">
                <a16:creationId xmlns:a16="http://schemas.microsoft.com/office/drawing/2014/main" id="{302EC1E3-EF40-710C-BE2E-6F3F2A67C60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5060" y="6104261"/>
            <a:ext cx="1464457" cy="644361"/>
          </a:xfrm>
          <a:prstGeom prst="rect">
            <a:avLst/>
          </a:prstGeom>
        </p:spPr>
      </p:pic>
      <p:grpSp>
        <p:nvGrpSpPr>
          <p:cNvPr id="2" name="Agrupar 1">
            <a:extLst>
              <a:ext uri="{FF2B5EF4-FFF2-40B4-BE49-F238E27FC236}">
                <a16:creationId xmlns:a16="http://schemas.microsoft.com/office/drawing/2014/main" id="{87EE945F-32FA-D3C8-36E1-3947455D951C}"/>
              </a:ext>
            </a:extLst>
          </p:cNvPr>
          <p:cNvGrpSpPr/>
          <p:nvPr/>
        </p:nvGrpSpPr>
        <p:grpSpPr>
          <a:xfrm>
            <a:off x="10065736" y="5709387"/>
            <a:ext cx="2042719" cy="1039235"/>
            <a:chOff x="2298584" y="5213339"/>
            <a:chExt cx="2042719" cy="1039235"/>
          </a:xfrm>
        </p:grpSpPr>
        <p:sp>
          <p:nvSpPr>
            <p:cNvPr id="15" name="Forma Livre: Forma 22">
              <a:extLst>
                <a:ext uri="{FF2B5EF4-FFF2-40B4-BE49-F238E27FC236}">
                  <a16:creationId xmlns:a16="http://schemas.microsoft.com/office/drawing/2014/main" id="{B1A2FFC5-491D-3BFC-6CEB-A0A36C1BADF9}"/>
                </a:ext>
              </a:extLst>
            </p:cNvPr>
            <p:cNvSpPr/>
            <p:nvPr/>
          </p:nvSpPr>
          <p:spPr>
            <a:xfrm>
              <a:off x="2298584" y="5213339"/>
              <a:ext cx="2042719" cy="10392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pic>
          <p:nvPicPr>
            <p:cNvPr id="16" name="Imagem 15">
              <a:extLst>
                <a:ext uri="{FF2B5EF4-FFF2-40B4-BE49-F238E27FC236}">
                  <a16:creationId xmlns:a16="http://schemas.microsoft.com/office/drawing/2014/main" id="{C63892C0-15B6-2400-10D3-43D388ED965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541141" y="5384972"/>
              <a:ext cx="1581371" cy="69596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72638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0E8F3E-1EF3-A78B-7CDB-F4F73F4DB2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tângulo 13">
            <a:extLst>
              <a:ext uri="{FF2B5EF4-FFF2-40B4-BE49-F238E27FC236}">
                <a16:creationId xmlns:a16="http://schemas.microsoft.com/office/drawing/2014/main" id="{88C9F0FA-457C-E0BC-C27A-538F94F5AB93}"/>
              </a:ext>
            </a:extLst>
          </p:cNvPr>
          <p:cNvSpPr/>
          <p:nvPr/>
        </p:nvSpPr>
        <p:spPr>
          <a:xfrm>
            <a:off x="1921263" y="134192"/>
            <a:ext cx="6242152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800" b="0" i="0" u="none" strike="noStrike" kern="1200" cap="none" spc="300" normalizeH="0" baseline="0" noProof="0" dirty="0">
                <a:ln>
                  <a:noFill/>
                </a:ln>
                <a:solidFill>
                  <a:srgbClr val="005EA9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  <a:sym typeface="Arial"/>
              </a:rPr>
              <a:t>Nossa</a:t>
            </a:r>
            <a:endParaRPr kumimoji="0" lang="pt-BR" sz="2800" b="1" i="0" u="none" strike="noStrike" kern="1200" cap="none" spc="300" normalizeH="0" baseline="0" noProof="0" dirty="0">
              <a:ln>
                <a:noFill/>
              </a:ln>
              <a:solidFill>
                <a:srgbClr val="005EA9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  <a:sym typeface="Arial"/>
            </a:endParaRP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4000" b="1" i="0" u="none" strike="noStrike" kern="1200" cap="none" spc="300" normalizeH="0" baseline="0" noProof="0" dirty="0">
                <a:ln>
                  <a:noFill/>
                </a:ln>
                <a:solidFill>
                  <a:srgbClr val="005EA9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  <a:sym typeface="Arial"/>
              </a:rPr>
              <a:t>METODOLOGIA</a:t>
            </a:r>
          </a:p>
        </p:txBody>
      </p:sp>
      <p:grpSp>
        <p:nvGrpSpPr>
          <p:cNvPr id="3" name="Agrupar 2">
            <a:extLst>
              <a:ext uri="{FF2B5EF4-FFF2-40B4-BE49-F238E27FC236}">
                <a16:creationId xmlns:a16="http://schemas.microsoft.com/office/drawing/2014/main" id="{B83ED20A-83D4-7BA9-CDA3-BF72382C6609}"/>
              </a:ext>
            </a:extLst>
          </p:cNvPr>
          <p:cNvGrpSpPr/>
          <p:nvPr/>
        </p:nvGrpSpPr>
        <p:grpSpPr>
          <a:xfrm>
            <a:off x="-36576" y="-18288"/>
            <a:ext cx="1810512" cy="1812000"/>
            <a:chOff x="-36576" y="-18288"/>
            <a:chExt cx="3268916" cy="3271602"/>
          </a:xfrm>
        </p:grpSpPr>
        <p:sp>
          <p:nvSpPr>
            <p:cNvPr id="5" name="Forma Livre: Forma 4">
              <a:extLst>
                <a:ext uri="{FF2B5EF4-FFF2-40B4-BE49-F238E27FC236}">
                  <a16:creationId xmlns:a16="http://schemas.microsoft.com/office/drawing/2014/main" id="{57F6A9E0-BA07-E0FF-0BCA-5CD8986B9DD2}"/>
                </a:ext>
              </a:extLst>
            </p:cNvPr>
            <p:cNvSpPr/>
            <p:nvPr/>
          </p:nvSpPr>
          <p:spPr>
            <a:xfrm>
              <a:off x="-36576" y="-18288"/>
              <a:ext cx="3268916" cy="3271602"/>
            </a:xfrm>
            <a:custGeom>
              <a:avLst/>
              <a:gdLst>
                <a:gd name="connsiteX0" fmla="*/ 2450802 w 3268916"/>
                <a:gd name="connsiteY0" fmla="*/ 0 h 3271602"/>
                <a:gd name="connsiteX1" fmla="*/ 3154168 w 3268916"/>
                <a:gd name="connsiteY1" fmla="*/ 0 h 3271602"/>
                <a:gd name="connsiteX2" fmla="*/ 3155777 w 3268916"/>
                <a:gd name="connsiteY2" fmla="*/ 4392 h 3271602"/>
                <a:gd name="connsiteX3" fmla="*/ 3268916 w 3268916"/>
                <a:gd name="connsiteY3" fmla="*/ 751602 h 3271602"/>
                <a:gd name="connsiteX4" fmla="*/ 748913 w 3268916"/>
                <a:gd name="connsiteY4" fmla="*/ 3271602 h 3271602"/>
                <a:gd name="connsiteX5" fmla="*/ 240523 w 3268916"/>
                <a:gd name="connsiteY5" fmla="*/ 3218443 h 3271602"/>
                <a:gd name="connsiteX6" fmla="*/ 0 w 3268916"/>
                <a:gd name="connsiteY6" fmla="*/ 3155922 h 3271602"/>
                <a:gd name="connsiteX7" fmla="*/ 0 w 3268916"/>
                <a:gd name="connsiteY7" fmla="*/ 2447446 h 3271602"/>
                <a:gd name="connsiteX8" fmla="*/ 23024 w 3268916"/>
                <a:gd name="connsiteY8" fmla="*/ 2458527 h 3271602"/>
                <a:gd name="connsiteX9" fmla="*/ 748913 w 3268916"/>
                <a:gd name="connsiteY9" fmla="*/ 2606691 h 3271602"/>
                <a:gd name="connsiteX10" fmla="*/ 2612319 w 3268916"/>
                <a:gd name="connsiteY10" fmla="*/ 751603 h 3271602"/>
                <a:gd name="connsiteX11" fmla="*/ 2466072 w 3268916"/>
                <a:gd name="connsiteY11" fmla="*/ 31524 h 3271602"/>
                <a:gd name="connsiteX12" fmla="*/ 2450802 w 3268916"/>
                <a:gd name="connsiteY12" fmla="*/ 0 h 32716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268916" h="3271602">
                  <a:moveTo>
                    <a:pt x="2450802" y="0"/>
                  </a:moveTo>
                  <a:lnTo>
                    <a:pt x="3154168" y="0"/>
                  </a:lnTo>
                  <a:lnTo>
                    <a:pt x="3155777" y="4392"/>
                  </a:lnTo>
                  <a:cubicBezTo>
                    <a:pt x="3229315" y="240512"/>
                    <a:pt x="3268916" y="491470"/>
                    <a:pt x="3268916" y="751602"/>
                  </a:cubicBezTo>
                  <a:cubicBezTo>
                    <a:pt x="3268916" y="2138972"/>
                    <a:pt x="2142490" y="3265395"/>
                    <a:pt x="748913" y="3271602"/>
                  </a:cubicBezTo>
                  <a:cubicBezTo>
                    <a:pt x="574716" y="3270826"/>
                    <a:pt x="404693" y="3252547"/>
                    <a:pt x="240523" y="3218443"/>
                  </a:cubicBezTo>
                  <a:lnTo>
                    <a:pt x="0" y="3155922"/>
                  </a:lnTo>
                  <a:lnTo>
                    <a:pt x="0" y="2447446"/>
                  </a:lnTo>
                  <a:lnTo>
                    <a:pt x="23024" y="2458527"/>
                  </a:lnTo>
                  <a:cubicBezTo>
                    <a:pt x="246022" y="2552866"/>
                    <a:pt x="491294" y="2605549"/>
                    <a:pt x="748913" y="2606691"/>
                  </a:cubicBezTo>
                  <a:cubicBezTo>
                    <a:pt x="1779387" y="2602122"/>
                    <a:pt x="2612319" y="1772910"/>
                    <a:pt x="2612319" y="751603"/>
                  </a:cubicBezTo>
                  <a:cubicBezTo>
                    <a:pt x="2612319" y="496276"/>
                    <a:pt x="2560261" y="252955"/>
                    <a:pt x="2466072" y="31524"/>
                  </a:cubicBezTo>
                  <a:lnTo>
                    <a:pt x="2450802" y="0"/>
                  </a:lnTo>
                  <a:close/>
                </a:path>
              </a:pathLst>
            </a:custGeom>
            <a:noFill/>
            <a:ln w="38100">
              <a:solidFill>
                <a:srgbClr val="005EA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" name="Forma Livre: Forma 5">
              <a:extLst>
                <a:ext uri="{FF2B5EF4-FFF2-40B4-BE49-F238E27FC236}">
                  <a16:creationId xmlns:a16="http://schemas.microsoft.com/office/drawing/2014/main" id="{5A270747-C37D-CB81-A9CB-F2850CA5D5A8}"/>
                </a:ext>
              </a:extLst>
            </p:cNvPr>
            <p:cNvSpPr/>
            <p:nvPr/>
          </p:nvSpPr>
          <p:spPr>
            <a:xfrm>
              <a:off x="-36575" y="-18288"/>
              <a:ext cx="2612319" cy="2606691"/>
            </a:xfrm>
            <a:custGeom>
              <a:avLst/>
              <a:gdLst>
                <a:gd name="connsiteX0" fmla="*/ 0 w 2612319"/>
                <a:gd name="connsiteY0" fmla="*/ 0 h 2606691"/>
                <a:gd name="connsiteX1" fmla="*/ 2450802 w 2612319"/>
                <a:gd name="connsiteY1" fmla="*/ 0 h 2606691"/>
                <a:gd name="connsiteX2" fmla="*/ 2466072 w 2612319"/>
                <a:gd name="connsiteY2" fmla="*/ 31524 h 2606691"/>
                <a:gd name="connsiteX3" fmla="*/ 2612319 w 2612319"/>
                <a:gd name="connsiteY3" fmla="*/ 751603 h 2606691"/>
                <a:gd name="connsiteX4" fmla="*/ 748913 w 2612319"/>
                <a:gd name="connsiteY4" fmla="*/ 2606691 h 2606691"/>
                <a:gd name="connsiteX5" fmla="*/ 23024 w 2612319"/>
                <a:gd name="connsiteY5" fmla="*/ 2458527 h 2606691"/>
                <a:gd name="connsiteX6" fmla="*/ 0 w 2612319"/>
                <a:gd name="connsiteY6" fmla="*/ 2447446 h 2606691"/>
                <a:gd name="connsiteX7" fmla="*/ 0 w 2612319"/>
                <a:gd name="connsiteY7" fmla="*/ 0 h 2606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612319" h="2606691">
                  <a:moveTo>
                    <a:pt x="0" y="0"/>
                  </a:moveTo>
                  <a:lnTo>
                    <a:pt x="2450802" y="0"/>
                  </a:lnTo>
                  <a:lnTo>
                    <a:pt x="2466072" y="31524"/>
                  </a:lnTo>
                  <a:cubicBezTo>
                    <a:pt x="2560261" y="252955"/>
                    <a:pt x="2612319" y="496276"/>
                    <a:pt x="2612319" y="751603"/>
                  </a:cubicBezTo>
                  <a:cubicBezTo>
                    <a:pt x="2612319" y="1772910"/>
                    <a:pt x="1779387" y="2602122"/>
                    <a:pt x="748913" y="2606691"/>
                  </a:cubicBezTo>
                  <a:cubicBezTo>
                    <a:pt x="491294" y="2605549"/>
                    <a:pt x="246022" y="2552866"/>
                    <a:pt x="23024" y="2458527"/>
                  </a:cubicBezTo>
                  <a:lnTo>
                    <a:pt x="0" y="24474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5EA9"/>
            </a:solidFill>
            <a:ln>
              <a:solidFill>
                <a:srgbClr val="005EA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4" name="Text Box 2">
            <a:extLst>
              <a:ext uri="{FF2B5EF4-FFF2-40B4-BE49-F238E27FC236}">
                <a16:creationId xmlns:a16="http://schemas.microsoft.com/office/drawing/2014/main" id="{34788692-757F-6114-5106-2C03B773AC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4627" y="1747345"/>
            <a:ext cx="10788869" cy="4913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1pPr>
            <a:lvl2pPr marL="1349375" indent="-51435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2pPr>
            <a:lvl3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3pPr>
            <a:lvl4pPr marL="1714500" indent="-3429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4pPr>
            <a:lvl5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002060"/>
              </a:buClr>
              <a:buSzPct val="100000"/>
              <a:buFontTx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r>
              <a:rPr kumimoji="0" lang="pt-BR" altLang="pt-BR" sz="24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Ferramentas Computacionais para Simulação Elétrica</a:t>
            </a:r>
          </a:p>
        </p:txBody>
      </p:sp>
      <p:grpSp>
        <p:nvGrpSpPr>
          <p:cNvPr id="11" name="Agrupar 10">
            <a:extLst>
              <a:ext uri="{FF2B5EF4-FFF2-40B4-BE49-F238E27FC236}">
                <a16:creationId xmlns:a16="http://schemas.microsoft.com/office/drawing/2014/main" id="{A7CEB8E4-3C90-3460-1C41-AD74A9AB30E7}"/>
              </a:ext>
            </a:extLst>
          </p:cNvPr>
          <p:cNvGrpSpPr/>
          <p:nvPr/>
        </p:nvGrpSpPr>
        <p:grpSpPr>
          <a:xfrm>
            <a:off x="9738" y="8305"/>
            <a:ext cx="12182266" cy="5358434"/>
            <a:chOff x="9738" y="8305"/>
            <a:chExt cx="12182266" cy="5358434"/>
          </a:xfrm>
        </p:grpSpPr>
        <p:pic>
          <p:nvPicPr>
            <p:cNvPr id="7" name="Picture 9" descr="proteus">
              <a:extLst>
                <a:ext uri="{FF2B5EF4-FFF2-40B4-BE49-F238E27FC236}">
                  <a16:creationId xmlns:a16="http://schemas.microsoft.com/office/drawing/2014/main" id="{00E206E9-C763-2331-E9EE-F3C51212D2A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738" y="2467973"/>
              <a:ext cx="3984814" cy="28950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" name="Picture 6" descr="8051_calc">
              <a:extLst>
                <a:ext uri="{FF2B5EF4-FFF2-40B4-BE49-F238E27FC236}">
                  <a16:creationId xmlns:a16="http://schemas.microsoft.com/office/drawing/2014/main" id="{616E85FD-0E35-AB09-3C51-DC7197B612C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07232" y="2462683"/>
              <a:ext cx="4176451" cy="29040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" name="Picture 7" descr="pic16_vsm_lcd">
              <a:extLst>
                <a:ext uri="{FF2B5EF4-FFF2-40B4-BE49-F238E27FC236}">
                  <a16:creationId xmlns:a16="http://schemas.microsoft.com/office/drawing/2014/main" id="{A42FAA1A-83E7-3FE1-6251-DC042B122F2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050872" y="2462682"/>
              <a:ext cx="4141132" cy="28761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" name="Picture 2" descr="Automação-criativa: Simuladores de Eletrônica: Proteus e Crocodille!">
              <a:extLst>
                <a:ext uri="{FF2B5EF4-FFF2-40B4-BE49-F238E27FC236}">
                  <a16:creationId xmlns:a16="http://schemas.microsoft.com/office/drawing/2014/main" id="{340B2EDC-0A1B-2212-0FE1-922BC5A552F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071272" y="8305"/>
              <a:ext cx="4120729" cy="245437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2" name="Imagem 11" descr="Desenho com traços pretos em fundo branco e letras pretas&#10;&#10;O conteúdo gerado por IA pode estar incorreto.">
            <a:extLst>
              <a:ext uri="{FF2B5EF4-FFF2-40B4-BE49-F238E27FC236}">
                <a16:creationId xmlns:a16="http://schemas.microsoft.com/office/drawing/2014/main" id="{60543C2B-04C5-7BA0-0B72-A6EF3AC5C4C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5060" y="6104261"/>
            <a:ext cx="1464457" cy="644361"/>
          </a:xfrm>
          <a:prstGeom prst="rect">
            <a:avLst/>
          </a:prstGeom>
        </p:spPr>
      </p:pic>
      <p:grpSp>
        <p:nvGrpSpPr>
          <p:cNvPr id="2" name="Agrupar 1">
            <a:extLst>
              <a:ext uri="{FF2B5EF4-FFF2-40B4-BE49-F238E27FC236}">
                <a16:creationId xmlns:a16="http://schemas.microsoft.com/office/drawing/2014/main" id="{B7ABAF34-FB4F-D1B6-5133-B7B9913B16CA}"/>
              </a:ext>
            </a:extLst>
          </p:cNvPr>
          <p:cNvGrpSpPr/>
          <p:nvPr/>
        </p:nvGrpSpPr>
        <p:grpSpPr>
          <a:xfrm>
            <a:off x="10065736" y="5709387"/>
            <a:ext cx="2042719" cy="1039235"/>
            <a:chOff x="2298584" y="5213339"/>
            <a:chExt cx="2042719" cy="1039235"/>
          </a:xfrm>
        </p:grpSpPr>
        <p:sp>
          <p:nvSpPr>
            <p:cNvPr id="13" name="Forma Livre: Forma 22">
              <a:extLst>
                <a:ext uri="{FF2B5EF4-FFF2-40B4-BE49-F238E27FC236}">
                  <a16:creationId xmlns:a16="http://schemas.microsoft.com/office/drawing/2014/main" id="{B3BEDCE2-E062-E714-C38F-D1AFB857262D}"/>
                </a:ext>
              </a:extLst>
            </p:cNvPr>
            <p:cNvSpPr/>
            <p:nvPr/>
          </p:nvSpPr>
          <p:spPr>
            <a:xfrm>
              <a:off x="2298584" y="5213339"/>
              <a:ext cx="2042719" cy="10392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pic>
          <p:nvPicPr>
            <p:cNvPr id="15" name="Imagem 14">
              <a:extLst>
                <a:ext uri="{FF2B5EF4-FFF2-40B4-BE49-F238E27FC236}">
                  <a16:creationId xmlns:a16="http://schemas.microsoft.com/office/drawing/2014/main" id="{68D0EED6-E449-B829-09E5-4834245A44F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541141" y="5384972"/>
              <a:ext cx="1581371" cy="69596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338866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78F2D3-0ACC-C341-9D07-D67E90178F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tângulo 13">
            <a:extLst>
              <a:ext uri="{FF2B5EF4-FFF2-40B4-BE49-F238E27FC236}">
                <a16:creationId xmlns:a16="http://schemas.microsoft.com/office/drawing/2014/main" id="{3E0F14E4-14B0-17FB-B8DD-0E722150306A}"/>
              </a:ext>
            </a:extLst>
          </p:cNvPr>
          <p:cNvSpPr/>
          <p:nvPr/>
        </p:nvSpPr>
        <p:spPr>
          <a:xfrm>
            <a:off x="1921263" y="134192"/>
            <a:ext cx="6242152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800" b="0" i="0" u="none" strike="noStrike" kern="1200" cap="none" spc="300" normalizeH="0" baseline="0" noProof="0" dirty="0">
                <a:ln>
                  <a:noFill/>
                </a:ln>
                <a:solidFill>
                  <a:srgbClr val="005EA9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  <a:sym typeface="Arial"/>
              </a:rPr>
              <a:t>Nossa</a:t>
            </a:r>
            <a:endParaRPr kumimoji="0" lang="pt-BR" sz="2800" b="1" i="0" u="none" strike="noStrike" kern="1200" cap="none" spc="300" normalizeH="0" baseline="0" noProof="0" dirty="0">
              <a:ln>
                <a:noFill/>
              </a:ln>
              <a:solidFill>
                <a:srgbClr val="005EA9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  <a:sym typeface="Arial"/>
            </a:endParaRP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4000" b="1" i="0" u="none" strike="noStrike" kern="1200" cap="none" spc="300" normalizeH="0" baseline="0" noProof="0" dirty="0">
                <a:ln>
                  <a:noFill/>
                </a:ln>
                <a:solidFill>
                  <a:srgbClr val="005EA9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  <a:sym typeface="Arial"/>
              </a:rPr>
              <a:t>METODOLOGIA</a:t>
            </a:r>
          </a:p>
        </p:txBody>
      </p:sp>
      <p:grpSp>
        <p:nvGrpSpPr>
          <p:cNvPr id="3" name="Agrupar 2">
            <a:extLst>
              <a:ext uri="{FF2B5EF4-FFF2-40B4-BE49-F238E27FC236}">
                <a16:creationId xmlns:a16="http://schemas.microsoft.com/office/drawing/2014/main" id="{4DDF9513-A87C-3144-F862-66E809CB9C01}"/>
              </a:ext>
            </a:extLst>
          </p:cNvPr>
          <p:cNvGrpSpPr/>
          <p:nvPr/>
        </p:nvGrpSpPr>
        <p:grpSpPr>
          <a:xfrm>
            <a:off x="-36576" y="-18288"/>
            <a:ext cx="1810512" cy="1812000"/>
            <a:chOff x="-36576" y="-18288"/>
            <a:chExt cx="3268916" cy="3271602"/>
          </a:xfrm>
        </p:grpSpPr>
        <p:sp>
          <p:nvSpPr>
            <p:cNvPr id="5" name="Forma Livre: Forma 4">
              <a:extLst>
                <a:ext uri="{FF2B5EF4-FFF2-40B4-BE49-F238E27FC236}">
                  <a16:creationId xmlns:a16="http://schemas.microsoft.com/office/drawing/2014/main" id="{40B47B3F-1D9A-F0C0-BC66-D2FF2ED7B076}"/>
                </a:ext>
              </a:extLst>
            </p:cNvPr>
            <p:cNvSpPr/>
            <p:nvPr/>
          </p:nvSpPr>
          <p:spPr>
            <a:xfrm>
              <a:off x="-36576" y="-18288"/>
              <a:ext cx="3268916" cy="3271602"/>
            </a:xfrm>
            <a:custGeom>
              <a:avLst/>
              <a:gdLst>
                <a:gd name="connsiteX0" fmla="*/ 2450802 w 3268916"/>
                <a:gd name="connsiteY0" fmla="*/ 0 h 3271602"/>
                <a:gd name="connsiteX1" fmla="*/ 3154168 w 3268916"/>
                <a:gd name="connsiteY1" fmla="*/ 0 h 3271602"/>
                <a:gd name="connsiteX2" fmla="*/ 3155777 w 3268916"/>
                <a:gd name="connsiteY2" fmla="*/ 4392 h 3271602"/>
                <a:gd name="connsiteX3" fmla="*/ 3268916 w 3268916"/>
                <a:gd name="connsiteY3" fmla="*/ 751602 h 3271602"/>
                <a:gd name="connsiteX4" fmla="*/ 748913 w 3268916"/>
                <a:gd name="connsiteY4" fmla="*/ 3271602 h 3271602"/>
                <a:gd name="connsiteX5" fmla="*/ 240523 w 3268916"/>
                <a:gd name="connsiteY5" fmla="*/ 3218443 h 3271602"/>
                <a:gd name="connsiteX6" fmla="*/ 0 w 3268916"/>
                <a:gd name="connsiteY6" fmla="*/ 3155922 h 3271602"/>
                <a:gd name="connsiteX7" fmla="*/ 0 w 3268916"/>
                <a:gd name="connsiteY7" fmla="*/ 2447446 h 3271602"/>
                <a:gd name="connsiteX8" fmla="*/ 23024 w 3268916"/>
                <a:gd name="connsiteY8" fmla="*/ 2458527 h 3271602"/>
                <a:gd name="connsiteX9" fmla="*/ 748913 w 3268916"/>
                <a:gd name="connsiteY9" fmla="*/ 2606691 h 3271602"/>
                <a:gd name="connsiteX10" fmla="*/ 2612319 w 3268916"/>
                <a:gd name="connsiteY10" fmla="*/ 751603 h 3271602"/>
                <a:gd name="connsiteX11" fmla="*/ 2466072 w 3268916"/>
                <a:gd name="connsiteY11" fmla="*/ 31524 h 3271602"/>
                <a:gd name="connsiteX12" fmla="*/ 2450802 w 3268916"/>
                <a:gd name="connsiteY12" fmla="*/ 0 h 32716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268916" h="3271602">
                  <a:moveTo>
                    <a:pt x="2450802" y="0"/>
                  </a:moveTo>
                  <a:lnTo>
                    <a:pt x="3154168" y="0"/>
                  </a:lnTo>
                  <a:lnTo>
                    <a:pt x="3155777" y="4392"/>
                  </a:lnTo>
                  <a:cubicBezTo>
                    <a:pt x="3229315" y="240512"/>
                    <a:pt x="3268916" y="491470"/>
                    <a:pt x="3268916" y="751602"/>
                  </a:cubicBezTo>
                  <a:cubicBezTo>
                    <a:pt x="3268916" y="2138972"/>
                    <a:pt x="2142490" y="3265395"/>
                    <a:pt x="748913" y="3271602"/>
                  </a:cubicBezTo>
                  <a:cubicBezTo>
                    <a:pt x="574716" y="3270826"/>
                    <a:pt x="404693" y="3252547"/>
                    <a:pt x="240523" y="3218443"/>
                  </a:cubicBezTo>
                  <a:lnTo>
                    <a:pt x="0" y="3155922"/>
                  </a:lnTo>
                  <a:lnTo>
                    <a:pt x="0" y="2447446"/>
                  </a:lnTo>
                  <a:lnTo>
                    <a:pt x="23024" y="2458527"/>
                  </a:lnTo>
                  <a:cubicBezTo>
                    <a:pt x="246022" y="2552866"/>
                    <a:pt x="491294" y="2605549"/>
                    <a:pt x="748913" y="2606691"/>
                  </a:cubicBezTo>
                  <a:cubicBezTo>
                    <a:pt x="1779387" y="2602122"/>
                    <a:pt x="2612319" y="1772910"/>
                    <a:pt x="2612319" y="751603"/>
                  </a:cubicBezTo>
                  <a:cubicBezTo>
                    <a:pt x="2612319" y="496276"/>
                    <a:pt x="2560261" y="252955"/>
                    <a:pt x="2466072" y="31524"/>
                  </a:cubicBezTo>
                  <a:lnTo>
                    <a:pt x="2450802" y="0"/>
                  </a:lnTo>
                  <a:close/>
                </a:path>
              </a:pathLst>
            </a:custGeom>
            <a:noFill/>
            <a:ln w="38100">
              <a:solidFill>
                <a:srgbClr val="005EA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" name="Forma Livre: Forma 5">
              <a:extLst>
                <a:ext uri="{FF2B5EF4-FFF2-40B4-BE49-F238E27FC236}">
                  <a16:creationId xmlns:a16="http://schemas.microsoft.com/office/drawing/2014/main" id="{C70CBF82-C2CC-9A85-DB25-0A2C84DDD6EA}"/>
                </a:ext>
              </a:extLst>
            </p:cNvPr>
            <p:cNvSpPr/>
            <p:nvPr/>
          </p:nvSpPr>
          <p:spPr>
            <a:xfrm>
              <a:off x="-36575" y="-18288"/>
              <a:ext cx="2612319" cy="2606691"/>
            </a:xfrm>
            <a:custGeom>
              <a:avLst/>
              <a:gdLst>
                <a:gd name="connsiteX0" fmla="*/ 0 w 2612319"/>
                <a:gd name="connsiteY0" fmla="*/ 0 h 2606691"/>
                <a:gd name="connsiteX1" fmla="*/ 2450802 w 2612319"/>
                <a:gd name="connsiteY1" fmla="*/ 0 h 2606691"/>
                <a:gd name="connsiteX2" fmla="*/ 2466072 w 2612319"/>
                <a:gd name="connsiteY2" fmla="*/ 31524 h 2606691"/>
                <a:gd name="connsiteX3" fmla="*/ 2612319 w 2612319"/>
                <a:gd name="connsiteY3" fmla="*/ 751603 h 2606691"/>
                <a:gd name="connsiteX4" fmla="*/ 748913 w 2612319"/>
                <a:gd name="connsiteY4" fmla="*/ 2606691 h 2606691"/>
                <a:gd name="connsiteX5" fmla="*/ 23024 w 2612319"/>
                <a:gd name="connsiteY5" fmla="*/ 2458527 h 2606691"/>
                <a:gd name="connsiteX6" fmla="*/ 0 w 2612319"/>
                <a:gd name="connsiteY6" fmla="*/ 2447446 h 2606691"/>
                <a:gd name="connsiteX7" fmla="*/ 0 w 2612319"/>
                <a:gd name="connsiteY7" fmla="*/ 0 h 2606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612319" h="2606691">
                  <a:moveTo>
                    <a:pt x="0" y="0"/>
                  </a:moveTo>
                  <a:lnTo>
                    <a:pt x="2450802" y="0"/>
                  </a:lnTo>
                  <a:lnTo>
                    <a:pt x="2466072" y="31524"/>
                  </a:lnTo>
                  <a:cubicBezTo>
                    <a:pt x="2560261" y="252955"/>
                    <a:pt x="2612319" y="496276"/>
                    <a:pt x="2612319" y="751603"/>
                  </a:cubicBezTo>
                  <a:cubicBezTo>
                    <a:pt x="2612319" y="1772910"/>
                    <a:pt x="1779387" y="2602122"/>
                    <a:pt x="748913" y="2606691"/>
                  </a:cubicBezTo>
                  <a:cubicBezTo>
                    <a:pt x="491294" y="2605549"/>
                    <a:pt x="246022" y="2552866"/>
                    <a:pt x="23024" y="2458527"/>
                  </a:cubicBezTo>
                  <a:lnTo>
                    <a:pt x="0" y="24474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5EA9"/>
            </a:solidFill>
            <a:ln>
              <a:solidFill>
                <a:srgbClr val="005EA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4" name="Text Box 2">
            <a:extLst>
              <a:ext uri="{FF2B5EF4-FFF2-40B4-BE49-F238E27FC236}">
                <a16:creationId xmlns:a16="http://schemas.microsoft.com/office/drawing/2014/main" id="{5C19EDC5-AD5E-1276-7C19-12C7A6D0A8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4627" y="1747345"/>
            <a:ext cx="10788869" cy="42435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1pPr>
            <a:lvl2pPr marL="1349375" indent="-51435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2pPr>
            <a:lvl3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3pPr>
            <a:lvl4pPr marL="1714500" indent="-3429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4pPr>
            <a:lvl5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9pPr>
          </a:lstStyle>
          <a:p>
            <a:pPr>
              <a:spcAft>
                <a:spcPts val="1200"/>
              </a:spcAft>
              <a:buClr>
                <a:srgbClr val="002060"/>
              </a:buClr>
              <a:buSzPct val="100000"/>
            </a:pPr>
            <a:r>
              <a:rPr lang="pt-BR" altLang="pt-BR" sz="2400" b="1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Ferramentas Computacionais para Simulação Elétrica</a:t>
            </a:r>
          </a:p>
          <a:p>
            <a:pPr marL="809625" indent="-342900">
              <a:spcBef>
                <a:spcPts val="2400"/>
              </a:spcBef>
              <a:spcAft>
                <a:spcPts val="2400"/>
              </a:spcAft>
              <a:buClr>
                <a:srgbClr val="002060"/>
              </a:buClr>
              <a:buSzPct val="100000"/>
              <a:buFont typeface="Wingdings" panose="05000000000000000000" pitchFamily="2" charset="2"/>
              <a:buChar char="ü"/>
              <a:defRPr/>
            </a:pPr>
            <a:r>
              <a:rPr lang="pt-BR" altLang="pt-BR" sz="2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Um simulador é uma excelente ferramenta, </a:t>
            </a:r>
            <a:r>
              <a:rPr lang="pt-BR" altLang="pt-BR" sz="2400" u="sng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desde que o usuário domine os circuitos que está simulando</a:t>
            </a:r>
            <a:r>
              <a:rPr lang="pt-BR" altLang="pt-BR" sz="2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809625" indent="-342900">
              <a:spcAft>
                <a:spcPts val="1200"/>
              </a:spcAft>
              <a:buClr>
                <a:srgbClr val="002060"/>
              </a:buClr>
              <a:buSzPct val="100000"/>
              <a:buFont typeface="Wingdings" panose="05000000000000000000" pitchFamily="2" charset="2"/>
              <a:buChar char="ü"/>
              <a:defRPr/>
            </a:pPr>
            <a:r>
              <a:rPr lang="pt-BR" altLang="pt-BR" sz="2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Nenhum simulador substitui </a:t>
            </a:r>
            <a:r>
              <a:rPr lang="pt-BR" altLang="pt-BR" sz="2400" u="sng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 conhecimento e a compreensão teórica</a:t>
            </a:r>
            <a:r>
              <a:rPr lang="pt-BR" altLang="pt-BR" sz="2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dos fenômenos envolvidos nos circuitos elétricos e eletrônicos</a:t>
            </a:r>
            <a:r>
              <a:rPr lang="pt-BR" altLang="pt-BR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pic>
        <p:nvPicPr>
          <p:cNvPr id="7" name="Imagem 6" descr="Desenho com traços pretos em fundo branco e letras pretas&#10;&#10;O conteúdo gerado por IA pode estar incorreto.">
            <a:extLst>
              <a:ext uri="{FF2B5EF4-FFF2-40B4-BE49-F238E27FC236}">
                <a16:creationId xmlns:a16="http://schemas.microsoft.com/office/drawing/2014/main" id="{C77FBFA7-23A4-6CFF-2A5E-36BD3F7030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5060" y="6104261"/>
            <a:ext cx="1464457" cy="644361"/>
          </a:xfrm>
          <a:prstGeom prst="rect">
            <a:avLst/>
          </a:prstGeom>
        </p:spPr>
      </p:pic>
      <p:grpSp>
        <p:nvGrpSpPr>
          <p:cNvPr id="2" name="Agrupar 1">
            <a:extLst>
              <a:ext uri="{FF2B5EF4-FFF2-40B4-BE49-F238E27FC236}">
                <a16:creationId xmlns:a16="http://schemas.microsoft.com/office/drawing/2014/main" id="{105E37F3-4BD8-A38D-98BD-E363B4C7FB46}"/>
              </a:ext>
            </a:extLst>
          </p:cNvPr>
          <p:cNvGrpSpPr/>
          <p:nvPr/>
        </p:nvGrpSpPr>
        <p:grpSpPr>
          <a:xfrm>
            <a:off x="10065736" y="5709387"/>
            <a:ext cx="2042719" cy="1039235"/>
            <a:chOff x="2298584" y="5213339"/>
            <a:chExt cx="2042719" cy="1039235"/>
          </a:xfrm>
        </p:grpSpPr>
        <p:sp>
          <p:nvSpPr>
            <p:cNvPr id="8" name="Forma Livre: Forma 22">
              <a:extLst>
                <a:ext uri="{FF2B5EF4-FFF2-40B4-BE49-F238E27FC236}">
                  <a16:creationId xmlns:a16="http://schemas.microsoft.com/office/drawing/2014/main" id="{DE95911C-00A9-70C1-D690-3955369CDCFE}"/>
                </a:ext>
              </a:extLst>
            </p:cNvPr>
            <p:cNvSpPr/>
            <p:nvPr/>
          </p:nvSpPr>
          <p:spPr>
            <a:xfrm>
              <a:off x="2298584" y="5213339"/>
              <a:ext cx="2042719" cy="10392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pic>
          <p:nvPicPr>
            <p:cNvPr id="9" name="Imagem 8">
              <a:extLst>
                <a:ext uri="{FF2B5EF4-FFF2-40B4-BE49-F238E27FC236}">
                  <a16:creationId xmlns:a16="http://schemas.microsoft.com/office/drawing/2014/main" id="{BD80D945-75A6-4DB7-E73F-55DC9B0709C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541141" y="5384972"/>
              <a:ext cx="1581371" cy="69596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508405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9E1E21-C3ED-F688-3E1C-A42322212D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tângulo 13">
            <a:extLst>
              <a:ext uri="{FF2B5EF4-FFF2-40B4-BE49-F238E27FC236}">
                <a16:creationId xmlns:a16="http://schemas.microsoft.com/office/drawing/2014/main" id="{7D7532D3-4A0B-C4AA-08E6-C63CBB976891}"/>
              </a:ext>
            </a:extLst>
          </p:cNvPr>
          <p:cNvSpPr/>
          <p:nvPr/>
        </p:nvSpPr>
        <p:spPr>
          <a:xfrm>
            <a:off x="1921263" y="134192"/>
            <a:ext cx="6242152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800" b="0" i="0" u="none" strike="noStrike" kern="1200" cap="none" spc="300" normalizeH="0" baseline="0" noProof="0" dirty="0">
                <a:ln>
                  <a:noFill/>
                </a:ln>
                <a:solidFill>
                  <a:srgbClr val="005EA9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  <a:sym typeface="Arial"/>
              </a:rPr>
              <a:t>Nossa</a:t>
            </a:r>
            <a:endParaRPr kumimoji="0" lang="pt-BR" sz="2800" b="1" i="0" u="none" strike="noStrike" kern="1200" cap="none" spc="300" normalizeH="0" baseline="0" noProof="0" dirty="0">
              <a:ln>
                <a:noFill/>
              </a:ln>
              <a:solidFill>
                <a:srgbClr val="005EA9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  <a:sym typeface="Arial"/>
            </a:endParaRP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4000" b="1" i="0" u="none" strike="noStrike" kern="1200" cap="none" spc="300" normalizeH="0" baseline="0" noProof="0" dirty="0">
                <a:ln>
                  <a:noFill/>
                </a:ln>
                <a:solidFill>
                  <a:srgbClr val="005EA9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  <a:sym typeface="Arial"/>
              </a:rPr>
              <a:t>METODOLOGIA</a:t>
            </a:r>
          </a:p>
        </p:txBody>
      </p:sp>
      <p:grpSp>
        <p:nvGrpSpPr>
          <p:cNvPr id="3" name="Agrupar 2">
            <a:extLst>
              <a:ext uri="{FF2B5EF4-FFF2-40B4-BE49-F238E27FC236}">
                <a16:creationId xmlns:a16="http://schemas.microsoft.com/office/drawing/2014/main" id="{767E6F48-32AB-F24A-568C-80438F35BF47}"/>
              </a:ext>
            </a:extLst>
          </p:cNvPr>
          <p:cNvGrpSpPr/>
          <p:nvPr/>
        </p:nvGrpSpPr>
        <p:grpSpPr>
          <a:xfrm>
            <a:off x="-36576" y="-18288"/>
            <a:ext cx="1810512" cy="1812000"/>
            <a:chOff x="-36576" y="-18288"/>
            <a:chExt cx="3268916" cy="3271602"/>
          </a:xfrm>
        </p:grpSpPr>
        <p:sp>
          <p:nvSpPr>
            <p:cNvPr id="5" name="Forma Livre: Forma 4">
              <a:extLst>
                <a:ext uri="{FF2B5EF4-FFF2-40B4-BE49-F238E27FC236}">
                  <a16:creationId xmlns:a16="http://schemas.microsoft.com/office/drawing/2014/main" id="{0909E599-E48C-2E15-AD8D-BA020BC22B31}"/>
                </a:ext>
              </a:extLst>
            </p:cNvPr>
            <p:cNvSpPr/>
            <p:nvPr/>
          </p:nvSpPr>
          <p:spPr>
            <a:xfrm>
              <a:off x="-36576" y="-18288"/>
              <a:ext cx="3268916" cy="3271602"/>
            </a:xfrm>
            <a:custGeom>
              <a:avLst/>
              <a:gdLst>
                <a:gd name="connsiteX0" fmla="*/ 2450802 w 3268916"/>
                <a:gd name="connsiteY0" fmla="*/ 0 h 3271602"/>
                <a:gd name="connsiteX1" fmla="*/ 3154168 w 3268916"/>
                <a:gd name="connsiteY1" fmla="*/ 0 h 3271602"/>
                <a:gd name="connsiteX2" fmla="*/ 3155777 w 3268916"/>
                <a:gd name="connsiteY2" fmla="*/ 4392 h 3271602"/>
                <a:gd name="connsiteX3" fmla="*/ 3268916 w 3268916"/>
                <a:gd name="connsiteY3" fmla="*/ 751602 h 3271602"/>
                <a:gd name="connsiteX4" fmla="*/ 748913 w 3268916"/>
                <a:gd name="connsiteY4" fmla="*/ 3271602 h 3271602"/>
                <a:gd name="connsiteX5" fmla="*/ 240523 w 3268916"/>
                <a:gd name="connsiteY5" fmla="*/ 3218443 h 3271602"/>
                <a:gd name="connsiteX6" fmla="*/ 0 w 3268916"/>
                <a:gd name="connsiteY6" fmla="*/ 3155922 h 3271602"/>
                <a:gd name="connsiteX7" fmla="*/ 0 w 3268916"/>
                <a:gd name="connsiteY7" fmla="*/ 2447446 h 3271602"/>
                <a:gd name="connsiteX8" fmla="*/ 23024 w 3268916"/>
                <a:gd name="connsiteY8" fmla="*/ 2458527 h 3271602"/>
                <a:gd name="connsiteX9" fmla="*/ 748913 w 3268916"/>
                <a:gd name="connsiteY9" fmla="*/ 2606691 h 3271602"/>
                <a:gd name="connsiteX10" fmla="*/ 2612319 w 3268916"/>
                <a:gd name="connsiteY10" fmla="*/ 751603 h 3271602"/>
                <a:gd name="connsiteX11" fmla="*/ 2466072 w 3268916"/>
                <a:gd name="connsiteY11" fmla="*/ 31524 h 3271602"/>
                <a:gd name="connsiteX12" fmla="*/ 2450802 w 3268916"/>
                <a:gd name="connsiteY12" fmla="*/ 0 h 32716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268916" h="3271602">
                  <a:moveTo>
                    <a:pt x="2450802" y="0"/>
                  </a:moveTo>
                  <a:lnTo>
                    <a:pt x="3154168" y="0"/>
                  </a:lnTo>
                  <a:lnTo>
                    <a:pt x="3155777" y="4392"/>
                  </a:lnTo>
                  <a:cubicBezTo>
                    <a:pt x="3229315" y="240512"/>
                    <a:pt x="3268916" y="491470"/>
                    <a:pt x="3268916" y="751602"/>
                  </a:cubicBezTo>
                  <a:cubicBezTo>
                    <a:pt x="3268916" y="2138972"/>
                    <a:pt x="2142490" y="3265395"/>
                    <a:pt x="748913" y="3271602"/>
                  </a:cubicBezTo>
                  <a:cubicBezTo>
                    <a:pt x="574716" y="3270826"/>
                    <a:pt x="404693" y="3252547"/>
                    <a:pt x="240523" y="3218443"/>
                  </a:cubicBezTo>
                  <a:lnTo>
                    <a:pt x="0" y="3155922"/>
                  </a:lnTo>
                  <a:lnTo>
                    <a:pt x="0" y="2447446"/>
                  </a:lnTo>
                  <a:lnTo>
                    <a:pt x="23024" y="2458527"/>
                  </a:lnTo>
                  <a:cubicBezTo>
                    <a:pt x="246022" y="2552866"/>
                    <a:pt x="491294" y="2605549"/>
                    <a:pt x="748913" y="2606691"/>
                  </a:cubicBezTo>
                  <a:cubicBezTo>
                    <a:pt x="1779387" y="2602122"/>
                    <a:pt x="2612319" y="1772910"/>
                    <a:pt x="2612319" y="751603"/>
                  </a:cubicBezTo>
                  <a:cubicBezTo>
                    <a:pt x="2612319" y="496276"/>
                    <a:pt x="2560261" y="252955"/>
                    <a:pt x="2466072" y="31524"/>
                  </a:cubicBezTo>
                  <a:lnTo>
                    <a:pt x="2450802" y="0"/>
                  </a:lnTo>
                  <a:close/>
                </a:path>
              </a:pathLst>
            </a:custGeom>
            <a:noFill/>
            <a:ln w="38100">
              <a:solidFill>
                <a:srgbClr val="005EA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" name="Forma Livre: Forma 5">
              <a:extLst>
                <a:ext uri="{FF2B5EF4-FFF2-40B4-BE49-F238E27FC236}">
                  <a16:creationId xmlns:a16="http://schemas.microsoft.com/office/drawing/2014/main" id="{5BFBBAB1-A984-B1DE-6757-62030BCCE5EB}"/>
                </a:ext>
              </a:extLst>
            </p:cNvPr>
            <p:cNvSpPr/>
            <p:nvPr/>
          </p:nvSpPr>
          <p:spPr>
            <a:xfrm>
              <a:off x="-36575" y="-18288"/>
              <a:ext cx="2612319" cy="2606691"/>
            </a:xfrm>
            <a:custGeom>
              <a:avLst/>
              <a:gdLst>
                <a:gd name="connsiteX0" fmla="*/ 0 w 2612319"/>
                <a:gd name="connsiteY0" fmla="*/ 0 h 2606691"/>
                <a:gd name="connsiteX1" fmla="*/ 2450802 w 2612319"/>
                <a:gd name="connsiteY1" fmla="*/ 0 h 2606691"/>
                <a:gd name="connsiteX2" fmla="*/ 2466072 w 2612319"/>
                <a:gd name="connsiteY2" fmla="*/ 31524 h 2606691"/>
                <a:gd name="connsiteX3" fmla="*/ 2612319 w 2612319"/>
                <a:gd name="connsiteY3" fmla="*/ 751603 h 2606691"/>
                <a:gd name="connsiteX4" fmla="*/ 748913 w 2612319"/>
                <a:gd name="connsiteY4" fmla="*/ 2606691 h 2606691"/>
                <a:gd name="connsiteX5" fmla="*/ 23024 w 2612319"/>
                <a:gd name="connsiteY5" fmla="*/ 2458527 h 2606691"/>
                <a:gd name="connsiteX6" fmla="*/ 0 w 2612319"/>
                <a:gd name="connsiteY6" fmla="*/ 2447446 h 2606691"/>
                <a:gd name="connsiteX7" fmla="*/ 0 w 2612319"/>
                <a:gd name="connsiteY7" fmla="*/ 0 h 2606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612319" h="2606691">
                  <a:moveTo>
                    <a:pt x="0" y="0"/>
                  </a:moveTo>
                  <a:lnTo>
                    <a:pt x="2450802" y="0"/>
                  </a:lnTo>
                  <a:lnTo>
                    <a:pt x="2466072" y="31524"/>
                  </a:lnTo>
                  <a:cubicBezTo>
                    <a:pt x="2560261" y="252955"/>
                    <a:pt x="2612319" y="496276"/>
                    <a:pt x="2612319" y="751603"/>
                  </a:cubicBezTo>
                  <a:cubicBezTo>
                    <a:pt x="2612319" y="1772910"/>
                    <a:pt x="1779387" y="2602122"/>
                    <a:pt x="748913" y="2606691"/>
                  </a:cubicBezTo>
                  <a:cubicBezTo>
                    <a:pt x="491294" y="2605549"/>
                    <a:pt x="246022" y="2552866"/>
                    <a:pt x="23024" y="2458527"/>
                  </a:cubicBezTo>
                  <a:lnTo>
                    <a:pt x="0" y="24474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5EA9"/>
            </a:solidFill>
            <a:ln>
              <a:solidFill>
                <a:srgbClr val="005EA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4" name="Text Box 2">
            <a:extLst>
              <a:ext uri="{FF2B5EF4-FFF2-40B4-BE49-F238E27FC236}">
                <a16:creationId xmlns:a16="http://schemas.microsoft.com/office/drawing/2014/main" id="{69C22347-8EAB-A26E-1FE1-D5E521FA25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4627" y="1747344"/>
            <a:ext cx="10788869" cy="49057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1pPr>
            <a:lvl2pPr marL="1349375" indent="-51435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2pPr>
            <a:lvl3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3pPr>
            <a:lvl4pPr marL="1714500" indent="-3429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4pPr>
            <a:lvl5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9pPr>
          </a:lstStyle>
          <a:p>
            <a:pPr>
              <a:spcAft>
                <a:spcPts val="1200"/>
              </a:spcAft>
              <a:buClr>
                <a:srgbClr val="002060"/>
              </a:buClr>
              <a:buSzPct val="100000"/>
            </a:pPr>
            <a:r>
              <a:rPr lang="pt-BR" altLang="pt-BR" sz="2400" b="1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Atividades Extraclasse</a:t>
            </a:r>
          </a:p>
          <a:p>
            <a:pPr marL="536575" indent="-285750">
              <a:spcAft>
                <a:spcPts val="1200"/>
              </a:spcAft>
              <a:buFont typeface="Wingdings" panose="05000000000000000000" pitchFamily="2" charset="2"/>
              <a:buChar char="ü"/>
              <a:defRPr/>
            </a:pPr>
            <a:r>
              <a:rPr lang="pt-BR" sz="2000" dirty="0">
                <a:solidFill>
                  <a:schemeClr val="tx1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Estudo do conteúdo, realização de exercícios de listas, livros e provas antigas, desenvolvimento de projetos de circuitos para laboratório;</a:t>
            </a:r>
            <a:endParaRPr lang="pt-BR" sz="2000" dirty="0">
              <a:solidFill>
                <a:srgbClr val="000000"/>
              </a:solidFill>
              <a:latin typeface="Calibri" panose="020F0502020204030204" pitchFamily="34" charset="0"/>
              <a:ea typeface="Verdana" panose="020B0604030504040204" pitchFamily="34" charset="0"/>
              <a:cs typeface="Calibri" panose="020F0502020204030204" pitchFamily="34" charset="0"/>
            </a:endParaRPr>
          </a:p>
          <a:p>
            <a:pPr marL="536575" indent="-285750">
              <a:spcAft>
                <a:spcPts val="1200"/>
              </a:spcAft>
              <a:buFont typeface="Wingdings" panose="05000000000000000000" pitchFamily="2" charset="2"/>
              <a:buChar char="ü"/>
              <a:defRPr/>
            </a:pPr>
            <a:r>
              <a:rPr lang="pt-BR" sz="2000" u="sng" dirty="0">
                <a:solidFill>
                  <a:srgbClr val="FF0000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É FUNDAMENTAL QUE O ALUNO EXERCITE FORA DE AULA O CONTEÚDO VISTO AO LONGO DO SEMESTRE!</a:t>
            </a:r>
            <a:endParaRPr lang="pt-BR" sz="2000" dirty="0">
              <a:solidFill>
                <a:srgbClr val="000000"/>
              </a:solidFill>
              <a:latin typeface="Calibri" panose="020F0502020204030204" pitchFamily="34" charset="0"/>
              <a:ea typeface="Verdana" panose="020B0604030504040204" pitchFamily="34" charset="0"/>
              <a:cs typeface="Calibri" panose="020F0502020204030204" pitchFamily="34" charset="0"/>
            </a:endParaRPr>
          </a:p>
          <a:p>
            <a:pPr marL="536575" indent="-285750">
              <a:spcAft>
                <a:spcPts val="1200"/>
              </a:spcAft>
              <a:buFont typeface="Wingdings" panose="05000000000000000000" pitchFamily="2" charset="2"/>
              <a:buChar char="ü"/>
              <a:defRPr/>
            </a:pPr>
            <a:r>
              <a:rPr lang="pt-BR" sz="2000" dirty="0">
                <a:solidFill>
                  <a:srgbClr val="FF0000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Tudo parece simples quando o professor faz em aula: </a:t>
            </a:r>
            <a:r>
              <a:rPr lang="pt-BR" sz="2000" u="sng" dirty="0">
                <a:solidFill>
                  <a:schemeClr val="tx1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a complexidade da análise ou do projeto somente é percebida quando o aluno tenta fazer sozinho</a:t>
            </a:r>
            <a:r>
              <a:rPr lang="pt-BR" sz="2000" dirty="0">
                <a:solidFill>
                  <a:srgbClr val="000000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.</a:t>
            </a:r>
          </a:p>
          <a:p>
            <a:pPr marL="536575" indent="-285750">
              <a:spcAft>
                <a:spcPts val="1200"/>
              </a:spcAft>
              <a:buFont typeface="Wingdings" panose="05000000000000000000" pitchFamily="2" charset="2"/>
              <a:buChar char="ü"/>
              <a:defRPr/>
            </a:pPr>
            <a:r>
              <a:rPr lang="pt-BR" sz="2000" dirty="0">
                <a:solidFill>
                  <a:srgbClr val="FF0000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Engenharia exige autonomia: </a:t>
            </a:r>
            <a:r>
              <a:rPr lang="pt-BR" sz="2000" dirty="0">
                <a:solidFill>
                  <a:srgbClr val="000000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aprendam a estudar por si, buscar informação complementar, planejar atividades, etc.</a:t>
            </a:r>
          </a:p>
          <a:p>
            <a:pPr marL="536575" indent="-285750">
              <a:spcAft>
                <a:spcPts val="1200"/>
              </a:spcAft>
              <a:buFont typeface="Wingdings" panose="05000000000000000000" pitchFamily="2" charset="2"/>
              <a:buChar char="ü"/>
              <a:defRPr/>
            </a:pPr>
            <a:r>
              <a:rPr lang="pt-BR" sz="2000" dirty="0">
                <a:solidFill>
                  <a:srgbClr val="000000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É igualmente importante que o aluno </a:t>
            </a:r>
            <a:r>
              <a:rPr lang="pt-BR" sz="2000" dirty="0">
                <a:solidFill>
                  <a:srgbClr val="FF0000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complemente seu aprendizado</a:t>
            </a:r>
            <a:r>
              <a:rPr lang="pt-BR" sz="2000" dirty="0">
                <a:solidFill>
                  <a:srgbClr val="000000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 através de </a:t>
            </a:r>
            <a:r>
              <a:rPr lang="pt-BR" sz="2000" dirty="0">
                <a:solidFill>
                  <a:srgbClr val="FF0000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outras fontes de informação </a:t>
            </a:r>
            <a:r>
              <a:rPr lang="pt-BR" sz="2000" dirty="0">
                <a:solidFill>
                  <a:srgbClr val="000000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(livros, manuais, periódicos, internet, etc.).</a:t>
            </a:r>
          </a:p>
        </p:txBody>
      </p:sp>
      <p:pic>
        <p:nvPicPr>
          <p:cNvPr id="7" name="Imagem 6" descr="Desenho com traços pretos em fundo branco e letras pretas&#10;&#10;O conteúdo gerado por IA pode estar incorreto.">
            <a:extLst>
              <a:ext uri="{FF2B5EF4-FFF2-40B4-BE49-F238E27FC236}">
                <a16:creationId xmlns:a16="http://schemas.microsoft.com/office/drawing/2014/main" id="{9BFC7281-33A7-28B6-8C06-E468DF511A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5060" y="6104261"/>
            <a:ext cx="1464457" cy="644361"/>
          </a:xfrm>
          <a:prstGeom prst="rect">
            <a:avLst/>
          </a:prstGeom>
        </p:spPr>
      </p:pic>
      <p:grpSp>
        <p:nvGrpSpPr>
          <p:cNvPr id="2" name="Agrupar 1">
            <a:extLst>
              <a:ext uri="{FF2B5EF4-FFF2-40B4-BE49-F238E27FC236}">
                <a16:creationId xmlns:a16="http://schemas.microsoft.com/office/drawing/2014/main" id="{F19D176F-8FAF-A297-E239-BDD5FBAD584B}"/>
              </a:ext>
            </a:extLst>
          </p:cNvPr>
          <p:cNvGrpSpPr/>
          <p:nvPr/>
        </p:nvGrpSpPr>
        <p:grpSpPr>
          <a:xfrm>
            <a:off x="10065736" y="5709387"/>
            <a:ext cx="2042719" cy="1039235"/>
            <a:chOff x="2298584" y="5213339"/>
            <a:chExt cx="2042719" cy="1039235"/>
          </a:xfrm>
        </p:grpSpPr>
        <p:sp>
          <p:nvSpPr>
            <p:cNvPr id="8" name="Forma Livre: Forma 22">
              <a:extLst>
                <a:ext uri="{FF2B5EF4-FFF2-40B4-BE49-F238E27FC236}">
                  <a16:creationId xmlns:a16="http://schemas.microsoft.com/office/drawing/2014/main" id="{37FFFF85-796C-91C5-516F-6F0DCD4644D4}"/>
                </a:ext>
              </a:extLst>
            </p:cNvPr>
            <p:cNvSpPr/>
            <p:nvPr/>
          </p:nvSpPr>
          <p:spPr>
            <a:xfrm>
              <a:off x="2298584" y="5213339"/>
              <a:ext cx="2042719" cy="10392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pic>
          <p:nvPicPr>
            <p:cNvPr id="9" name="Imagem 8">
              <a:extLst>
                <a:ext uri="{FF2B5EF4-FFF2-40B4-BE49-F238E27FC236}">
                  <a16:creationId xmlns:a16="http://schemas.microsoft.com/office/drawing/2014/main" id="{BFCD6E2F-24EA-3A21-CA0A-86F65D34936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541141" y="5384972"/>
              <a:ext cx="1581371" cy="69596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9294571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2B1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E1CCF2-E868-0AEF-8CFA-F2CED73FBD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B0E1ECA9-BE9B-F5F2-FEDF-21CAAF77EBA3}"/>
              </a:ext>
            </a:extLst>
          </p:cNvPr>
          <p:cNvSpPr/>
          <p:nvPr/>
        </p:nvSpPr>
        <p:spPr>
          <a:xfrm>
            <a:off x="1029641" y="2623431"/>
            <a:ext cx="10281140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6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  <a:sym typeface="Arial"/>
              </a:rPr>
              <a:t>Nosso Semestre...</a:t>
            </a:r>
          </a:p>
        </p:txBody>
      </p:sp>
      <p:grpSp>
        <p:nvGrpSpPr>
          <p:cNvPr id="3" name="Agrupar 2">
            <a:extLst>
              <a:ext uri="{FF2B5EF4-FFF2-40B4-BE49-F238E27FC236}">
                <a16:creationId xmlns:a16="http://schemas.microsoft.com/office/drawing/2014/main" id="{E5A03E90-B9DE-F2D7-6419-9D3CA4A7CB09}"/>
              </a:ext>
            </a:extLst>
          </p:cNvPr>
          <p:cNvGrpSpPr/>
          <p:nvPr/>
        </p:nvGrpSpPr>
        <p:grpSpPr>
          <a:xfrm>
            <a:off x="5074640" y="5588898"/>
            <a:ext cx="2042719" cy="1039235"/>
            <a:chOff x="2298584" y="5213339"/>
            <a:chExt cx="2042719" cy="1039235"/>
          </a:xfrm>
        </p:grpSpPr>
        <p:sp>
          <p:nvSpPr>
            <p:cNvPr id="5" name="Forma Livre: Forma 22">
              <a:extLst>
                <a:ext uri="{FF2B5EF4-FFF2-40B4-BE49-F238E27FC236}">
                  <a16:creationId xmlns:a16="http://schemas.microsoft.com/office/drawing/2014/main" id="{D3BDFE08-FB1C-0765-8315-1EFA9930A3BB}"/>
                </a:ext>
              </a:extLst>
            </p:cNvPr>
            <p:cNvSpPr/>
            <p:nvPr/>
          </p:nvSpPr>
          <p:spPr>
            <a:xfrm>
              <a:off x="2298584" y="5213339"/>
              <a:ext cx="2042719" cy="10392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pic>
          <p:nvPicPr>
            <p:cNvPr id="6" name="Imagem 5">
              <a:extLst>
                <a:ext uri="{FF2B5EF4-FFF2-40B4-BE49-F238E27FC236}">
                  <a16:creationId xmlns:a16="http://schemas.microsoft.com/office/drawing/2014/main" id="{B015D982-5183-AE51-A493-4AB5EBF7CB5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541141" y="5384972"/>
              <a:ext cx="1581371" cy="69596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118271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9868E8B0-7D65-054E-B5CA-DC477537000D}"/>
              </a:ext>
            </a:extLst>
          </p:cNvPr>
          <p:cNvSpPr/>
          <p:nvPr/>
        </p:nvSpPr>
        <p:spPr>
          <a:xfrm>
            <a:off x="1901952" y="300416"/>
            <a:ext cx="5098288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377">
              <a:defRPr/>
            </a:pPr>
            <a:r>
              <a:rPr lang="pt-BR" sz="2800" spc="300" dirty="0">
                <a:solidFill>
                  <a:srgbClr val="005EA9"/>
                </a:solidFill>
                <a:latin typeface="Calibri" panose="020F0502020204030204"/>
                <a:cs typeface="Arial" panose="020B0604020202020204" pitchFamily="34" charset="0"/>
                <a:sym typeface="Arial"/>
              </a:rPr>
              <a:t>Nosso</a:t>
            </a:r>
            <a:endParaRPr lang="pt-BR" sz="3200" spc="300" dirty="0">
              <a:solidFill>
                <a:srgbClr val="005EA9"/>
              </a:solidFill>
              <a:latin typeface="Calibri" panose="020F0502020204030204"/>
              <a:cs typeface="Arial" panose="020B0604020202020204" pitchFamily="34" charset="0"/>
              <a:sym typeface="Arial"/>
            </a:endParaRPr>
          </a:p>
          <a:p>
            <a:pPr defTabSz="914377">
              <a:defRPr/>
            </a:pPr>
            <a:r>
              <a:rPr lang="pt-BR" sz="4000" b="1" spc="300" dirty="0">
                <a:solidFill>
                  <a:srgbClr val="005EA9"/>
                </a:solidFill>
                <a:latin typeface="Calibri" panose="020F0502020204030204"/>
                <a:cs typeface="Arial" panose="020B0604020202020204" pitchFamily="34" charset="0"/>
                <a:sym typeface="Arial"/>
              </a:rPr>
              <a:t>CRONOGRAMA</a:t>
            </a:r>
          </a:p>
        </p:txBody>
      </p:sp>
      <p:grpSp>
        <p:nvGrpSpPr>
          <p:cNvPr id="17" name="Agrupar 16">
            <a:extLst>
              <a:ext uri="{FF2B5EF4-FFF2-40B4-BE49-F238E27FC236}">
                <a16:creationId xmlns:a16="http://schemas.microsoft.com/office/drawing/2014/main" id="{93293282-685E-8225-7C8D-5EDDC70AB3F2}"/>
              </a:ext>
            </a:extLst>
          </p:cNvPr>
          <p:cNvGrpSpPr/>
          <p:nvPr/>
        </p:nvGrpSpPr>
        <p:grpSpPr>
          <a:xfrm>
            <a:off x="-36576" y="-18288"/>
            <a:ext cx="1810512" cy="1812000"/>
            <a:chOff x="-36576" y="-18288"/>
            <a:chExt cx="3268916" cy="3271602"/>
          </a:xfrm>
        </p:grpSpPr>
        <p:sp>
          <p:nvSpPr>
            <p:cNvPr id="18" name="Forma Livre: Forma 17">
              <a:extLst>
                <a:ext uri="{FF2B5EF4-FFF2-40B4-BE49-F238E27FC236}">
                  <a16:creationId xmlns:a16="http://schemas.microsoft.com/office/drawing/2014/main" id="{17C002ED-367E-B249-B2CD-E998C302AB74}"/>
                </a:ext>
              </a:extLst>
            </p:cNvPr>
            <p:cNvSpPr/>
            <p:nvPr/>
          </p:nvSpPr>
          <p:spPr>
            <a:xfrm>
              <a:off x="-36576" y="-18288"/>
              <a:ext cx="3268916" cy="3271602"/>
            </a:xfrm>
            <a:custGeom>
              <a:avLst/>
              <a:gdLst>
                <a:gd name="connsiteX0" fmla="*/ 2450802 w 3268916"/>
                <a:gd name="connsiteY0" fmla="*/ 0 h 3271602"/>
                <a:gd name="connsiteX1" fmla="*/ 3154168 w 3268916"/>
                <a:gd name="connsiteY1" fmla="*/ 0 h 3271602"/>
                <a:gd name="connsiteX2" fmla="*/ 3155777 w 3268916"/>
                <a:gd name="connsiteY2" fmla="*/ 4392 h 3271602"/>
                <a:gd name="connsiteX3" fmla="*/ 3268916 w 3268916"/>
                <a:gd name="connsiteY3" fmla="*/ 751602 h 3271602"/>
                <a:gd name="connsiteX4" fmla="*/ 748913 w 3268916"/>
                <a:gd name="connsiteY4" fmla="*/ 3271602 h 3271602"/>
                <a:gd name="connsiteX5" fmla="*/ 240523 w 3268916"/>
                <a:gd name="connsiteY5" fmla="*/ 3218443 h 3271602"/>
                <a:gd name="connsiteX6" fmla="*/ 0 w 3268916"/>
                <a:gd name="connsiteY6" fmla="*/ 3155922 h 3271602"/>
                <a:gd name="connsiteX7" fmla="*/ 0 w 3268916"/>
                <a:gd name="connsiteY7" fmla="*/ 2447446 h 3271602"/>
                <a:gd name="connsiteX8" fmla="*/ 23024 w 3268916"/>
                <a:gd name="connsiteY8" fmla="*/ 2458527 h 3271602"/>
                <a:gd name="connsiteX9" fmla="*/ 748913 w 3268916"/>
                <a:gd name="connsiteY9" fmla="*/ 2606691 h 3271602"/>
                <a:gd name="connsiteX10" fmla="*/ 2612319 w 3268916"/>
                <a:gd name="connsiteY10" fmla="*/ 751603 h 3271602"/>
                <a:gd name="connsiteX11" fmla="*/ 2466072 w 3268916"/>
                <a:gd name="connsiteY11" fmla="*/ 31524 h 3271602"/>
                <a:gd name="connsiteX12" fmla="*/ 2450802 w 3268916"/>
                <a:gd name="connsiteY12" fmla="*/ 0 h 32716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268916" h="3271602">
                  <a:moveTo>
                    <a:pt x="2450802" y="0"/>
                  </a:moveTo>
                  <a:lnTo>
                    <a:pt x="3154168" y="0"/>
                  </a:lnTo>
                  <a:lnTo>
                    <a:pt x="3155777" y="4392"/>
                  </a:lnTo>
                  <a:cubicBezTo>
                    <a:pt x="3229315" y="240512"/>
                    <a:pt x="3268916" y="491470"/>
                    <a:pt x="3268916" y="751602"/>
                  </a:cubicBezTo>
                  <a:cubicBezTo>
                    <a:pt x="3268916" y="2138972"/>
                    <a:pt x="2142490" y="3265395"/>
                    <a:pt x="748913" y="3271602"/>
                  </a:cubicBezTo>
                  <a:cubicBezTo>
                    <a:pt x="574716" y="3270826"/>
                    <a:pt x="404693" y="3252547"/>
                    <a:pt x="240523" y="3218443"/>
                  </a:cubicBezTo>
                  <a:lnTo>
                    <a:pt x="0" y="3155922"/>
                  </a:lnTo>
                  <a:lnTo>
                    <a:pt x="0" y="2447446"/>
                  </a:lnTo>
                  <a:lnTo>
                    <a:pt x="23024" y="2458527"/>
                  </a:lnTo>
                  <a:cubicBezTo>
                    <a:pt x="246022" y="2552866"/>
                    <a:pt x="491294" y="2605549"/>
                    <a:pt x="748913" y="2606691"/>
                  </a:cubicBezTo>
                  <a:cubicBezTo>
                    <a:pt x="1779387" y="2602122"/>
                    <a:pt x="2612319" y="1772910"/>
                    <a:pt x="2612319" y="751603"/>
                  </a:cubicBezTo>
                  <a:cubicBezTo>
                    <a:pt x="2612319" y="496276"/>
                    <a:pt x="2560261" y="252955"/>
                    <a:pt x="2466072" y="31524"/>
                  </a:cubicBezTo>
                  <a:lnTo>
                    <a:pt x="2450802" y="0"/>
                  </a:lnTo>
                  <a:close/>
                </a:path>
              </a:pathLst>
            </a:custGeom>
            <a:noFill/>
            <a:ln w="38100">
              <a:solidFill>
                <a:srgbClr val="005EA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pt-BR"/>
            </a:p>
          </p:txBody>
        </p:sp>
        <p:sp>
          <p:nvSpPr>
            <p:cNvPr id="19" name="Forma Livre: Forma 18">
              <a:extLst>
                <a:ext uri="{FF2B5EF4-FFF2-40B4-BE49-F238E27FC236}">
                  <a16:creationId xmlns:a16="http://schemas.microsoft.com/office/drawing/2014/main" id="{26604450-CE3B-E11A-32E8-6AA4888A66C2}"/>
                </a:ext>
              </a:extLst>
            </p:cNvPr>
            <p:cNvSpPr/>
            <p:nvPr/>
          </p:nvSpPr>
          <p:spPr>
            <a:xfrm>
              <a:off x="-36575" y="-18288"/>
              <a:ext cx="2612319" cy="2606691"/>
            </a:xfrm>
            <a:custGeom>
              <a:avLst/>
              <a:gdLst>
                <a:gd name="connsiteX0" fmla="*/ 0 w 2612319"/>
                <a:gd name="connsiteY0" fmla="*/ 0 h 2606691"/>
                <a:gd name="connsiteX1" fmla="*/ 2450802 w 2612319"/>
                <a:gd name="connsiteY1" fmla="*/ 0 h 2606691"/>
                <a:gd name="connsiteX2" fmla="*/ 2466072 w 2612319"/>
                <a:gd name="connsiteY2" fmla="*/ 31524 h 2606691"/>
                <a:gd name="connsiteX3" fmla="*/ 2612319 w 2612319"/>
                <a:gd name="connsiteY3" fmla="*/ 751603 h 2606691"/>
                <a:gd name="connsiteX4" fmla="*/ 748913 w 2612319"/>
                <a:gd name="connsiteY4" fmla="*/ 2606691 h 2606691"/>
                <a:gd name="connsiteX5" fmla="*/ 23024 w 2612319"/>
                <a:gd name="connsiteY5" fmla="*/ 2458527 h 2606691"/>
                <a:gd name="connsiteX6" fmla="*/ 0 w 2612319"/>
                <a:gd name="connsiteY6" fmla="*/ 2447446 h 2606691"/>
                <a:gd name="connsiteX7" fmla="*/ 0 w 2612319"/>
                <a:gd name="connsiteY7" fmla="*/ 0 h 2606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612319" h="2606691">
                  <a:moveTo>
                    <a:pt x="0" y="0"/>
                  </a:moveTo>
                  <a:lnTo>
                    <a:pt x="2450802" y="0"/>
                  </a:lnTo>
                  <a:lnTo>
                    <a:pt x="2466072" y="31524"/>
                  </a:lnTo>
                  <a:cubicBezTo>
                    <a:pt x="2560261" y="252955"/>
                    <a:pt x="2612319" y="496276"/>
                    <a:pt x="2612319" y="751603"/>
                  </a:cubicBezTo>
                  <a:cubicBezTo>
                    <a:pt x="2612319" y="1772910"/>
                    <a:pt x="1779387" y="2602122"/>
                    <a:pt x="748913" y="2606691"/>
                  </a:cubicBezTo>
                  <a:cubicBezTo>
                    <a:pt x="491294" y="2605549"/>
                    <a:pt x="246022" y="2552866"/>
                    <a:pt x="23024" y="2458527"/>
                  </a:cubicBezTo>
                  <a:lnTo>
                    <a:pt x="0" y="24474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5EA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pt-BR"/>
            </a:p>
          </p:txBody>
        </p:sp>
      </p:grpSp>
      <p:pic>
        <p:nvPicPr>
          <p:cNvPr id="4" name="Imagem 3" descr="Desenho com traços pretos em fundo branco e letras pretas&#10;&#10;O conteúdo gerado por IA pode estar incorreto.">
            <a:extLst>
              <a:ext uri="{FF2B5EF4-FFF2-40B4-BE49-F238E27FC236}">
                <a16:creationId xmlns:a16="http://schemas.microsoft.com/office/drawing/2014/main" id="{7762D2D5-F676-56C5-D6B9-78CDEA4EA5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5060" y="6104261"/>
            <a:ext cx="1464457" cy="644361"/>
          </a:xfrm>
          <a:prstGeom prst="rect">
            <a:avLst/>
          </a:prstGeom>
        </p:spPr>
      </p:pic>
      <p:sp>
        <p:nvSpPr>
          <p:cNvPr id="2" name="Text Box 2">
            <a:extLst>
              <a:ext uri="{FF2B5EF4-FFF2-40B4-BE49-F238E27FC236}">
                <a16:creationId xmlns:a16="http://schemas.microsoft.com/office/drawing/2014/main" id="{12C1201F-6BB8-854A-07C1-ACAEC19CF8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4627" y="1747345"/>
            <a:ext cx="10788869" cy="5123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1pPr>
            <a:lvl2pPr marL="1349375" indent="-51435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2pPr>
            <a:lvl3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3pPr>
            <a:lvl4pPr marL="1714500" indent="-3429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4pPr>
            <a:lvl5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9pPr>
          </a:lstStyle>
          <a:p>
            <a:pPr>
              <a:spcAft>
                <a:spcPts val="1200"/>
              </a:spcAft>
              <a:buClr>
                <a:srgbClr val="002060"/>
              </a:buClr>
              <a:buSzPct val="100000"/>
            </a:pPr>
            <a:r>
              <a:rPr lang="pt-BR" altLang="pt-BR" sz="2400" b="1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Programação do Semestre</a:t>
            </a:r>
          </a:p>
        </p:txBody>
      </p:sp>
      <p:sp>
        <p:nvSpPr>
          <p:cNvPr id="6" name="Text Box 2">
            <a:extLst>
              <a:ext uri="{FF2B5EF4-FFF2-40B4-BE49-F238E27FC236}">
                <a16:creationId xmlns:a16="http://schemas.microsoft.com/office/drawing/2014/main" id="{0A5E6D7A-B9AC-8C39-4C87-19CF3F97FF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8452" y="2259725"/>
            <a:ext cx="11082033" cy="43092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1pPr>
            <a:lvl2pPr marL="1349375" indent="-51435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2pPr>
            <a:lvl3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3pPr>
            <a:lvl4pPr marL="1714500" indent="-3429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4pPr>
            <a:lvl5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9pPr>
          </a:lstStyle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ü"/>
              <a:defRPr/>
            </a:pPr>
            <a:r>
              <a:rPr lang="pt-BR" sz="2400" b="1" dirty="0">
                <a:solidFill>
                  <a:srgbClr val="002060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Carga-Horária: </a:t>
            </a:r>
            <a:r>
              <a:rPr lang="pt-BR" sz="2400" dirty="0">
                <a:solidFill>
                  <a:srgbClr val="000000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30 horas ou </a:t>
            </a:r>
            <a:r>
              <a:rPr lang="pt-BR" sz="2400" b="1" u="sng" dirty="0">
                <a:solidFill>
                  <a:srgbClr val="000000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36 horas-aula</a:t>
            </a:r>
            <a:r>
              <a:rPr lang="pt-BR" sz="2400" b="1" dirty="0">
                <a:solidFill>
                  <a:srgbClr val="000000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 </a:t>
            </a:r>
            <a:r>
              <a:rPr lang="pt-BR" sz="2400" dirty="0">
                <a:solidFill>
                  <a:srgbClr val="000000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de 50 min</a:t>
            </a:r>
          </a:p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ü"/>
              <a:defRPr/>
            </a:pPr>
            <a:r>
              <a:rPr lang="pt-BR" sz="2400" b="1" dirty="0">
                <a:solidFill>
                  <a:srgbClr val="002060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Encontros: </a:t>
            </a:r>
            <a:r>
              <a:rPr lang="pt-BR" sz="2400" b="1" dirty="0">
                <a:solidFill>
                  <a:schemeClr val="tx1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01 (um) encontro semanal: </a:t>
            </a:r>
            <a:r>
              <a:rPr lang="pt-BR" sz="2400" dirty="0">
                <a:solidFill>
                  <a:srgbClr val="000000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às </a:t>
            </a:r>
            <a:r>
              <a:rPr lang="pt-BR" sz="2400" b="1" dirty="0">
                <a:solidFill>
                  <a:srgbClr val="FF0000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quartas-feiras</a:t>
            </a:r>
            <a:r>
              <a:rPr lang="pt-BR" sz="2400" dirty="0">
                <a:solidFill>
                  <a:srgbClr val="000000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, das </a:t>
            </a:r>
            <a:r>
              <a:rPr lang="pt-BR" sz="2400" b="1" dirty="0">
                <a:solidFill>
                  <a:srgbClr val="FF0000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18:30 às 20:10 (100 min)</a:t>
            </a:r>
            <a:r>
              <a:rPr lang="pt-BR" sz="2400" dirty="0">
                <a:solidFill>
                  <a:srgbClr val="000000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.</a:t>
            </a:r>
          </a:p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ü"/>
              <a:defRPr/>
            </a:pPr>
            <a:r>
              <a:rPr lang="pt-BR" sz="2400" b="1" dirty="0">
                <a:solidFill>
                  <a:srgbClr val="002060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Duração de cada encontro: </a:t>
            </a:r>
            <a:r>
              <a:rPr lang="pt-BR" sz="2400" b="1" dirty="0">
                <a:solidFill>
                  <a:srgbClr val="000000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100 min </a:t>
            </a:r>
            <a:r>
              <a:rPr lang="pt-BR" sz="2400" dirty="0">
                <a:solidFill>
                  <a:srgbClr val="000000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ou </a:t>
            </a:r>
            <a:r>
              <a:rPr lang="pt-BR" sz="2400" u="sng" dirty="0">
                <a:solidFill>
                  <a:srgbClr val="000000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2 horas-aula</a:t>
            </a:r>
            <a:r>
              <a:rPr lang="pt-BR" sz="2400" dirty="0">
                <a:solidFill>
                  <a:srgbClr val="000000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 de 50 min cada.</a:t>
            </a:r>
          </a:p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ü"/>
              <a:defRPr/>
            </a:pPr>
            <a:r>
              <a:rPr lang="pt-BR" sz="2400" b="1" dirty="0">
                <a:solidFill>
                  <a:srgbClr val="002060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Total de encontros: </a:t>
            </a:r>
            <a:r>
              <a:rPr lang="pt-BR" sz="2400" dirty="0">
                <a:solidFill>
                  <a:srgbClr val="000000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18 (=36/2)</a:t>
            </a:r>
          </a:p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ü"/>
              <a:defRPr/>
            </a:pPr>
            <a:r>
              <a:rPr lang="pt-BR" sz="2200" b="1" dirty="0">
                <a:solidFill>
                  <a:srgbClr val="002060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Início das Aulas: </a:t>
            </a:r>
            <a:r>
              <a:rPr lang="pt-BR" sz="2400" dirty="0">
                <a:solidFill>
                  <a:srgbClr val="000000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05/08/2026 (quarta-feira)</a:t>
            </a:r>
            <a:r>
              <a:rPr lang="pt-BR" sz="2200" dirty="0">
                <a:solidFill>
                  <a:srgbClr val="000000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.</a:t>
            </a:r>
          </a:p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ü"/>
              <a:defRPr/>
            </a:pPr>
            <a:r>
              <a:rPr lang="pt-BR" sz="2200" b="1" dirty="0">
                <a:solidFill>
                  <a:srgbClr val="002060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Término das Aulas: </a:t>
            </a:r>
            <a:r>
              <a:rPr lang="pt-BR" sz="2400" dirty="0">
                <a:solidFill>
                  <a:srgbClr val="000000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02/12/2026 (quarta-feira)</a:t>
            </a:r>
            <a:r>
              <a:rPr lang="pt-BR" sz="2200" dirty="0">
                <a:solidFill>
                  <a:srgbClr val="000000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.</a:t>
            </a:r>
          </a:p>
        </p:txBody>
      </p:sp>
      <p:grpSp>
        <p:nvGrpSpPr>
          <p:cNvPr id="3" name="Agrupar 2">
            <a:extLst>
              <a:ext uri="{FF2B5EF4-FFF2-40B4-BE49-F238E27FC236}">
                <a16:creationId xmlns:a16="http://schemas.microsoft.com/office/drawing/2014/main" id="{7B8A9811-AA46-1CCC-18BA-6882B4BF44BD}"/>
              </a:ext>
            </a:extLst>
          </p:cNvPr>
          <p:cNvGrpSpPr/>
          <p:nvPr/>
        </p:nvGrpSpPr>
        <p:grpSpPr>
          <a:xfrm>
            <a:off x="10065736" y="5709387"/>
            <a:ext cx="2042719" cy="1039235"/>
            <a:chOff x="2298584" y="5213339"/>
            <a:chExt cx="2042719" cy="1039235"/>
          </a:xfrm>
        </p:grpSpPr>
        <p:sp>
          <p:nvSpPr>
            <p:cNvPr id="5" name="Forma Livre: Forma 22">
              <a:extLst>
                <a:ext uri="{FF2B5EF4-FFF2-40B4-BE49-F238E27FC236}">
                  <a16:creationId xmlns:a16="http://schemas.microsoft.com/office/drawing/2014/main" id="{9936DD05-78E0-DD69-E8B1-3FD3C1CED7A9}"/>
                </a:ext>
              </a:extLst>
            </p:cNvPr>
            <p:cNvSpPr/>
            <p:nvPr/>
          </p:nvSpPr>
          <p:spPr>
            <a:xfrm>
              <a:off x="2298584" y="5213339"/>
              <a:ext cx="2042719" cy="10392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pic>
          <p:nvPicPr>
            <p:cNvPr id="8" name="Imagem 7">
              <a:extLst>
                <a:ext uri="{FF2B5EF4-FFF2-40B4-BE49-F238E27FC236}">
                  <a16:creationId xmlns:a16="http://schemas.microsoft.com/office/drawing/2014/main" id="{32426F63-9758-F0CD-183B-1B3C5A93A25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541141" y="5384972"/>
              <a:ext cx="1581371" cy="69596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546762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3370DD-A102-DA44-14F9-611F9C6F00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A17DEEFD-A9C2-E377-B807-1D8C57F02D97}"/>
              </a:ext>
            </a:extLst>
          </p:cNvPr>
          <p:cNvSpPr/>
          <p:nvPr/>
        </p:nvSpPr>
        <p:spPr>
          <a:xfrm>
            <a:off x="1901952" y="300416"/>
            <a:ext cx="4915408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377">
              <a:defRPr/>
            </a:pPr>
            <a:r>
              <a:rPr lang="pt-BR" sz="2800" spc="300" dirty="0">
                <a:solidFill>
                  <a:srgbClr val="005EA9"/>
                </a:solidFill>
                <a:latin typeface="Calibri" panose="020F0502020204030204"/>
                <a:cs typeface="Arial" panose="020B0604020202020204" pitchFamily="34" charset="0"/>
                <a:sym typeface="Arial"/>
              </a:rPr>
              <a:t>Nosso</a:t>
            </a:r>
          </a:p>
          <a:p>
            <a:pPr defTabSz="914377">
              <a:defRPr/>
            </a:pPr>
            <a:r>
              <a:rPr lang="pt-BR" sz="4000" b="1" spc="300" dirty="0">
                <a:solidFill>
                  <a:srgbClr val="005EA9"/>
                </a:solidFill>
                <a:latin typeface="Calibri" panose="020F0502020204030204"/>
                <a:cs typeface="Arial" panose="020B0604020202020204" pitchFamily="34" charset="0"/>
                <a:sym typeface="Arial"/>
              </a:rPr>
              <a:t>CRONOGRAMA</a:t>
            </a:r>
          </a:p>
        </p:txBody>
      </p:sp>
      <p:grpSp>
        <p:nvGrpSpPr>
          <p:cNvPr id="17" name="Agrupar 16">
            <a:extLst>
              <a:ext uri="{FF2B5EF4-FFF2-40B4-BE49-F238E27FC236}">
                <a16:creationId xmlns:a16="http://schemas.microsoft.com/office/drawing/2014/main" id="{7474FC0E-ED8C-1FD8-1C93-D4E2C3F58391}"/>
              </a:ext>
            </a:extLst>
          </p:cNvPr>
          <p:cNvGrpSpPr/>
          <p:nvPr/>
        </p:nvGrpSpPr>
        <p:grpSpPr>
          <a:xfrm>
            <a:off x="-36576" y="-18288"/>
            <a:ext cx="1810512" cy="1812000"/>
            <a:chOff x="-36576" y="-18288"/>
            <a:chExt cx="3268916" cy="3271602"/>
          </a:xfrm>
        </p:grpSpPr>
        <p:sp>
          <p:nvSpPr>
            <p:cNvPr id="18" name="Forma Livre: Forma 17">
              <a:extLst>
                <a:ext uri="{FF2B5EF4-FFF2-40B4-BE49-F238E27FC236}">
                  <a16:creationId xmlns:a16="http://schemas.microsoft.com/office/drawing/2014/main" id="{63274483-F5CF-52DF-10D9-9B9DA7D06F09}"/>
                </a:ext>
              </a:extLst>
            </p:cNvPr>
            <p:cNvSpPr/>
            <p:nvPr/>
          </p:nvSpPr>
          <p:spPr>
            <a:xfrm>
              <a:off x="-36576" y="-18288"/>
              <a:ext cx="3268916" cy="3271602"/>
            </a:xfrm>
            <a:custGeom>
              <a:avLst/>
              <a:gdLst>
                <a:gd name="connsiteX0" fmla="*/ 2450802 w 3268916"/>
                <a:gd name="connsiteY0" fmla="*/ 0 h 3271602"/>
                <a:gd name="connsiteX1" fmla="*/ 3154168 w 3268916"/>
                <a:gd name="connsiteY1" fmla="*/ 0 h 3271602"/>
                <a:gd name="connsiteX2" fmla="*/ 3155777 w 3268916"/>
                <a:gd name="connsiteY2" fmla="*/ 4392 h 3271602"/>
                <a:gd name="connsiteX3" fmla="*/ 3268916 w 3268916"/>
                <a:gd name="connsiteY3" fmla="*/ 751602 h 3271602"/>
                <a:gd name="connsiteX4" fmla="*/ 748913 w 3268916"/>
                <a:gd name="connsiteY4" fmla="*/ 3271602 h 3271602"/>
                <a:gd name="connsiteX5" fmla="*/ 240523 w 3268916"/>
                <a:gd name="connsiteY5" fmla="*/ 3218443 h 3271602"/>
                <a:gd name="connsiteX6" fmla="*/ 0 w 3268916"/>
                <a:gd name="connsiteY6" fmla="*/ 3155922 h 3271602"/>
                <a:gd name="connsiteX7" fmla="*/ 0 w 3268916"/>
                <a:gd name="connsiteY7" fmla="*/ 2447446 h 3271602"/>
                <a:gd name="connsiteX8" fmla="*/ 23024 w 3268916"/>
                <a:gd name="connsiteY8" fmla="*/ 2458527 h 3271602"/>
                <a:gd name="connsiteX9" fmla="*/ 748913 w 3268916"/>
                <a:gd name="connsiteY9" fmla="*/ 2606691 h 3271602"/>
                <a:gd name="connsiteX10" fmla="*/ 2612319 w 3268916"/>
                <a:gd name="connsiteY10" fmla="*/ 751603 h 3271602"/>
                <a:gd name="connsiteX11" fmla="*/ 2466072 w 3268916"/>
                <a:gd name="connsiteY11" fmla="*/ 31524 h 3271602"/>
                <a:gd name="connsiteX12" fmla="*/ 2450802 w 3268916"/>
                <a:gd name="connsiteY12" fmla="*/ 0 h 32716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268916" h="3271602">
                  <a:moveTo>
                    <a:pt x="2450802" y="0"/>
                  </a:moveTo>
                  <a:lnTo>
                    <a:pt x="3154168" y="0"/>
                  </a:lnTo>
                  <a:lnTo>
                    <a:pt x="3155777" y="4392"/>
                  </a:lnTo>
                  <a:cubicBezTo>
                    <a:pt x="3229315" y="240512"/>
                    <a:pt x="3268916" y="491470"/>
                    <a:pt x="3268916" y="751602"/>
                  </a:cubicBezTo>
                  <a:cubicBezTo>
                    <a:pt x="3268916" y="2138972"/>
                    <a:pt x="2142490" y="3265395"/>
                    <a:pt x="748913" y="3271602"/>
                  </a:cubicBezTo>
                  <a:cubicBezTo>
                    <a:pt x="574716" y="3270826"/>
                    <a:pt x="404693" y="3252547"/>
                    <a:pt x="240523" y="3218443"/>
                  </a:cubicBezTo>
                  <a:lnTo>
                    <a:pt x="0" y="3155922"/>
                  </a:lnTo>
                  <a:lnTo>
                    <a:pt x="0" y="2447446"/>
                  </a:lnTo>
                  <a:lnTo>
                    <a:pt x="23024" y="2458527"/>
                  </a:lnTo>
                  <a:cubicBezTo>
                    <a:pt x="246022" y="2552866"/>
                    <a:pt x="491294" y="2605549"/>
                    <a:pt x="748913" y="2606691"/>
                  </a:cubicBezTo>
                  <a:cubicBezTo>
                    <a:pt x="1779387" y="2602122"/>
                    <a:pt x="2612319" y="1772910"/>
                    <a:pt x="2612319" y="751603"/>
                  </a:cubicBezTo>
                  <a:cubicBezTo>
                    <a:pt x="2612319" y="496276"/>
                    <a:pt x="2560261" y="252955"/>
                    <a:pt x="2466072" y="31524"/>
                  </a:cubicBezTo>
                  <a:lnTo>
                    <a:pt x="2450802" y="0"/>
                  </a:lnTo>
                  <a:close/>
                </a:path>
              </a:pathLst>
            </a:custGeom>
            <a:noFill/>
            <a:ln w="38100">
              <a:solidFill>
                <a:srgbClr val="005EA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pt-BR"/>
            </a:p>
          </p:txBody>
        </p:sp>
        <p:sp>
          <p:nvSpPr>
            <p:cNvPr id="19" name="Forma Livre: Forma 18">
              <a:extLst>
                <a:ext uri="{FF2B5EF4-FFF2-40B4-BE49-F238E27FC236}">
                  <a16:creationId xmlns:a16="http://schemas.microsoft.com/office/drawing/2014/main" id="{A66C3373-78A8-634F-175A-8D278D2A835E}"/>
                </a:ext>
              </a:extLst>
            </p:cNvPr>
            <p:cNvSpPr/>
            <p:nvPr/>
          </p:nvSpPr>
          <p:spPr>
            <a:xfrm>
              <a:off x="-36575" y="-18288"/>
              <a:ext cx="2612319" cy="2606691"/>
            </a:xfrm>
            <a:custGeom>
              <a:avLst/>
              <a:gdLst>
                <a:gd name="connsiteX0" fmla="*/ 0 w 2612319"/>
                <a:gd name="connsiteY0" fmla="*/ 0 h 2606691"/>
                <a:gd name="connsiteX1" fmla="*/ 2450802 w 2612319"/>
                <a:gd name="connsiteY1" fmla="*/ 0 h 2606691"/>
                <a:gd name="connsiteX2" fmla="*/ 2466072 w 2612319"/>
                <a:gd name="connsiteY2" fmla="*/ 31524 h 2606691"/>
                <a:gd name="connsiteX3" fmla="*/ 2612319 w 2612319"/>
                <a:gd name="connsiteY3" fmla="*/ 751603 h 2606691"/>
                <a:gd name="connsiteX4" fmla="*/ 748913 w 2612319"/>
                <a:gd name="connsiteY4" fmla="*/ 2606691 h 2606691"/>
                <a:gd name="connsiteX5" fmla="*/ 23024 w 2612319"/>
                <a:gd name="connsiteY5" fmla="*/ 2458527 h 2606691"/>
                <a:gd name="connsiteX6" fmla="*/ 0 w 2612319"/>
                <a:gd name="connsiteY6" fmla="*/ 2447446 h 2606691"/>
                <a:gd name="connsiteX7" fmla="*/ 0 w 2612319"/>
                <a:gd name="connsiteY7" fmla="*/ 0 h 2606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612319" h="2606691">
                  <a:moveTo>
                    <a:pt x="0" y="0"/>
                  </a:moveTo>
                  <a:lnTo>
                    <a:pt x="2450802" y="0"/>
                  </a:lnTo>
                  <a:lnTo>
                    <a:pt x="2466072" y="31524"/>
                  </a:lnTo>
                  <a:cubicBezTo>
                    <a:pt x="2560261" y="252955"/>
                    <a:pt x="2612319" y="496276"/>
                    <a:pt x="2612319" y="751603"/>
                  </a:cubicBezTo>
                  <a:cubicBezTo>
                    <a:pt x="2612319" y="1772910"/>
                    <a:pt x="1779387" y="2602122"/>
                    <a:pt x="748913" y="2606691"/>
                  </a:cubicBezTo>
                  <a:cubicBezTo>
                    <a:pt x="491294" y="2605549"/>
                    <a:pt x="246022" y="2552866"/>
                    <a:pt x="23024" y="2458527"/>
                  </a:cubicBezTo>
                  <a:lnTo>
                    <a:pt x="0" y="24474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5EA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pt-BR"/>
            </a:p>
          </p:txBody>
        </p:sp>
      </p:grpSp>
      <p:sp>
        <p:nvSpPr>
          <p:cNvPr id="4" name="Text Box 2">
            <a:extLst>
              <a:ext uri="{FF2B5EF4-FFF2-40B4-BE49-F238E27FC236}">
                <a16:creationId xmlns:a16="http://schemas.microsoft.com/office/drawing/2014/main" id="{B6646027-588A-B3AF-0FCA-8DDF6E67A2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4627" y="1747345"/>
            <a:ext cx="10788869" cy="5123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1pPr>
            <a:lvl2pPr marL="1349375" indent="-51435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2pPr>
            <a:lvl3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3pPr>
            <a:lvl4pPr marL="1714500" indent="-3429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4pPr>
            <a:lvl5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9pPr>
          </a:lstStyle>
          <a:p>
            <a:pPr>
              <a:spcAft>
                <a:spcPts val="1200"/>
              </a:spcAft>
              <a:buClr>
                <a:srgbClr val="002060"/>
              </a:buClr>
              <a:buSzPct val="100000"/>
            </a:pPr>
            <a:r>
              <a:rPr lang="pt-BR" altLang="pt-BR" sz="2400" b="1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Programação do Semestre</a:t>
            </a:r>
          </a:p>
        </p:txBody>
      </p:sp>
      <p:sp>
        <p:nvSpPr>
          <p:cNvPr id="6" name="Text Box 2">
            <a:extLst>
              <a:ext uri="{FF2B5EF4-FFF2-40B4-BE49-F238E27FC236}">
                <a16:creationId xmlns:a16="http://schemas.microsoft.com/office/drawing/2014/main" id="{5D293644-8FCC-A2F2-53A0-BAF75BACE2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8453" y="2361325"/>
            <a:ext cx="9994187" cy="4008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1pPr>
            <a:lvl2pPr marL="1349375" indent="-51435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2pPr>
            <a:lvl3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3pPr>
            <a:lvl4pPr marL="1714500" indent="-3429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4pPr>
            <a:lvl5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9pPr>
          </a:lstStyle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ü"/>
              <a:defRPr/>
            </a:pPr>
            <a:r>
              <a:rPr lang="pt-BR" sz="2200" b="1" dirty="0">
                <a:solidFill>
                  <a:srgbClr val="002060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Feriados/Recessos: </a:t>
            </a:r>
          </a:p>
          <a:p>
            <a:pPr marL="714375" indent="-369888">
              <a:spcAft>
                <a:spcPts val="1200"/>
              </a:spcAft>
              <a:buFont typeface="Arial" panose="020B0604020202020204" pitchFamily="34" charset="0"/>
              <a:buChar char="•"/>
              <a:defRPr/>
            </a:pPr>
            <a:r>
              <a:rPr lang="pt-BR" sz="2200" b="1" dirty="0">
                <a:solidFill>
                  <a:srgbClr val="FF0000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Não se aplica </a:t>
            </a:r>
            <a:r>
              <a:rPr lang="pt-BR" sz="2200" dirty="0">
                <a:solidFill>
                  <a:schemeClr val="tx1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–</a:t>
            </a:r>
            <a:r>
              <a:rPr lang="pt-BR" sz="2200" b="1" dirty="0">
                <a:solidFill>
                  <a:srgbClr val="FF0000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 </a:t>
            </a:r>
            <a:r>
              <a:rPr lang="pt-BR" sz="2200" dirty="0">
                <a:solidFill>
                  <a:schemeClr val="tx1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Não haverá quaisquer feriados nas quartas-feiras, no semestre de 2026.2</a:t>
            </a:r>
            <a:r>
              <a:rPr lang="pt-BR" sz="2200" dirty="0">
                <a:solidFill>
                  <a:srgbClr val="000000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.</a:t>
            </a:r>
            <a:endParaRPr lang="pt-BR" sz="2200" dirty="0">
              <a:solidFill>
                <a:srgbClr val="FF0000"/>
              </a:solidFill>
              <a:latin typeface="Calibri" panose="020F0502020204030204" pitchFamily="34" charset="0"/>
              <a:ea typeface="Verdana" panose="020B0604030504040204" pitchFamily="34" charset="0"/>
              <a:cs typeface="Calibri" panose="020F0502020204030204" pitchFamily="34" charset="0"/>
            </a:endParaRPr>
          </a:p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ü"/>
              <a:defRPr/>
            </a:pPr>
            <a:r>
              <a:rPr lang="pt-BR" sz="2200" b="1" dirty="0">
                <a:solidFill>
                  <a:srgbClr val="002060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Local dos encontros para as aulas teóricas: </a:t>
            </a:r>
            <a:r>
              <a:rPr lang="pt-BR" sz="2200" dirty="0">
                <a:solidFill>
                  <a:schemeClr val="tx1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As aulas serão presenciais e realizadas no </a:t>
            </a:r>
            <a:r>
              <a:rPr lang="pt-BR" sz="2200" b="1" u="sng" dirty="0">
                <a:solidFill>
                  <a:srgbClr val="000000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Laboratório Didático de Eletrônica</a:t>
            </a:r>
            <a:r>
              <a:rPr lang="pt-BR" sz="2200" b="1" dirty="0">
                <a:solidFill>
                  <a:srgbClr val="000000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 </a:t>
            </a:r>
            <a:r>
              <a:rPr lang="pt-BR" sz="2200" b="1" dirty="0">
                <a:solidFill>
                  <a:schemeClr val="tx1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(CIMATEC 2, 1º andar)</a:t>
            </a:r>
            <a:r>
              <a:rPr lang="pt-BR" sz="2200" dirty="0">
                <a:solidFill>
                  <a:schemeClr val="tx1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.</a:t>
            </a:r>
          </a:p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ü"/>
              <a:defRPr/>
            </a:pPr>
            <a:r>
              <a:rPr lang="pt-BR" sz="2200" b="1" dirty="0">
                <a:solidFill>
                  <a:srgbClr val="002060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Horário de Atendimento Extraclasse: </a:t>
            </a:r>
            <a:r>
              <a:rPr lang="pt-BR" sz="2200" u="sng" dirty="0">
                <a:solidFill>
                  <a:schemeClr val="tx1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Definido </a:t>
            </a:r>
            <a:r>
              <a:rPr lang="pt-BR" sz="2200" u="sng" dirty="0">
                <a:solidFill>
                  <a:srgbClr val="000000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previamente com o discente</a:t>
            </a:r>
            <a:r>
              <a:rPr lang="pt-BR" sz="2200" dirty="0">
                <a:solidFill>
                  <a:srgbClr val="000000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, por meio de envio de solicitação por e-mail e/ou WhatsApp.</a:t>
            </a:r>
          </a:p>
        </p:txBody>
      </p:sp>
      <p:pic>
        <p:nvPicPr>
          <p:cNvPr id="3" name="Imagem 2" descr="Desenho com traços pretos em fundo branco e letras pretas&#10;&#10;O conteúdo gerado por IA pode estar incorreto.">
            <a:extLst>
              <a:ext uri="{FF2B5EF4-FFF2-40B4-BE49-F238E27FC236}">
                <a16:creationId xmlns:a16="http://schemas.microsoft.com/office/drawing/2014/main" id="{A2328E10-F6CE-8E91-5791-64A87C027E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5060" y="6104261"/>
            <a:ext cx="1464457" cy="644361"/>
          </a:xfrm>
          <a:prstGeom prst="rect">
            <a:avLst/>
          </a:prstGeom>
        </p:spPr>
      </p:pic>
      <p:grpSp>
        <p:nvGrpSpPr>
          <p:cNvPr id="2" name="Agrupar 1">
            <a:extLst>
              <a:ext uri="{FF2B5EF4-FFF2-40B4-BE49-F238E27FC236}">
                <a16:creationId xmlns:a16="http://schemas.microsoft.com/office/drawing/2014/main" id="{D04DF04F-F86A-54F1-E8EA-72B4A1099C2E}"/>
              </a:ext>
            </a:extLst>
          </p:cNvPr>
          <p:cNvGrpSpPr/>
          <p:nvPr/>
        </p:nvGrpSpPr>
        <p:grpSpPr>
          <a:xfrm>
            <a:off x="10065736" y="5709387"/>
            <a:ext cx="2042719" cy="1039235"/>
            <a:chOff x="2298584" y="5213339"/>
            <a:chExt cx="2042719" cy="1039235"/>
          </a:xfrm>
        </p:grpSpPr>
        <p:sp>
          <p:nvSpPr>
            <p:cNvPr id="5" name="Forma Livre: Forma 22">
              <a:extLst>
                <a:ext uri="{FF2B5EF4-FFF2-40B4-BE49-F238E27FC236}">
                  <a16:creationId xmlns:a16="http://schemas.microsoft.com/office/drawing/2014/main" id="{734EC822-EB17-A65D-AD1D-05063CCC4B5F}"/>
                </a:ext>
              </a:extLst>
            </p:cNvPr>
            <p:cNvSpPr/>
            <p:nvPr/>
          </p:nvSpPr>
          <p:spPr>
            <a:xfrm>
              <a:off x="2298584" y="5213339"/>
              <a:ext cx="2042719" cy="10392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pic>
          <p:nvPicPr>
            <p:cNvPr id="8" name="Imagem 7">
              <a:extLst>
                <a:ext uri="{FF2B5EF4-FFF2-40B4-BE49-F238E27FC236}">
                  <a16:creationId xmlns:a16="http://schemas.microsoft.com/office/drawing/2014/main" id="{088371F9-223C-10B3-7C6F-C30758D0BE4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541141" y="5384972"/>
              <a:ext cx="1581371" cy="69596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2814638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2B1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0DD090-605D-A5B8-F1A1-4D5EED485D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B077257-81C2-40AF-38B6-84F75DB1B2A0}"/>
              </a:ext>
            </a:extLst>
          </p:cNvPr>
          <p:cNvSpPr/>
          <p:nvPr/>
        </p:nvSpPr>
        <p:spPr>
          <a:xfrm>
            <a:off x="955430" y="2496821"/>
            <a:ext cx="10281140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6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  <a:sym typeface="Arial"/>
              </a:rPr>
              <a:t>Contatos Remotos...</a:t>
            </a:r>
          </a:p>
        </p:txBody>
      </p:sp>
      <p:grpSp>
        <p:nvGrpSpPr>
          <p:cNvPr id="3" name="Agrupar 2">
            <a:extLst>
              <a:ext uri="{FF2B5EF4-FFF2-40B4-BE49-F238E27FC236}">
                <a16:creationId xmlns:a16="http://schemas.microsoft.com/office/drawing/2014/main" id="{25EBDEEB-26E7-912D-3AE5-FF9FC22E88FA}"/>
              </a:ext>
            </a:extLst>
          </p:cNvPr>
          <p:cNvGrpSpPr/>
          <p:nvPr/>
        </p:nvGrpSpPr>
        <p:grpSpPr>
          <a:xfrm>
            <a:off x="5074640" y="5588898"/>
            <a:ext cx="2042719" cy="1039235"/>
            <a:chOff x="2298584" y="5213339"/>
            <a:chExt cx="2042719" cy="1039235"/>
          </a:xfrm>
        </p:grpSpPr>
        <p:sp>
          <p:nvSpPr>
            <p:cNvPr id="5" name="Forma Livre: Forma 22">
              <a:extLst>
                <a:ext uri="{FF2B5EF4-FFF2-40B4-BE49-F238E27FC236}">
                  <a16:creationId xmlns:a16="http://schemas.microsoft.com/office/drawing/2014/main" id="{B516E236-0D8B-3347-C687-B4641DED5E55}"/>
                </a:ext>
              </a:extLst>
            </p:cNvPr>
            <p:cNvSpPr/>
            <p:nvPr/>
          </p:nvSpPr>
          <p:spPr>
            <a:xfrm>
              <a:off x="2298584" y="5213339"/>
              <a:ext cx="2042719" cy="10392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pic>
          <p:nvPicPr>
            <p:cNvPr id="6" name="Imagem 5">
              <a:extLst>
                <a:ext uri="{FF2B5EF4-FFF2-40B4-BE49-F238E27FC236}">
                  <a16:creationId xmlns:a16="http://schemas.microsoft.com/office/drawing/2014/main" id="{AE86420B-0CE4-9ACB-6214-7F388FDAD0F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541141" y="5384972"/>
              <a:ext cx="1581371" cy="69596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46152847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1DD047-3F04-8E82-1F38-B18B3D6734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D855BC9F-3EEE-D1D1-70C0-FA1FB5E02C01}"/>
              </a:ext>
            </a:extLst>
          </p:cNvPr>
          <p:cNvSpPr/>
          <p:nvPr/>
        </p:nvSpPr>
        <p:spPr>
          <a:xfrm>
            <a:off x="1901952" y="300416"/>
            <a:ext cx="4915408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800" b="0" i="0" u="none" strike="noStrike" kern="1200" cap="none" spc="300" normalizeH="0" baseline="0" noProof="0" dirty="0">
                <a:ln>
                  <a:noFill/>
                </a:ln>
                <a:solidFill>
                  <a:srgbClr val="005EA9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  <a:sym typeface="Arial"/>
              </a:rPr>
              <a:t>Contatos</a:t>
            </a: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4000" b="1" i="0" u="none" strike="noStrike" kern="1200" cap="none" spc="300" normalizeH="0" baseline="0" noProof="0" dirty="0">
                <a:ln>
                  <a:noFill/>
                </a:ln>
                <a:solidFill>
                  <a:srgbClr val="005EA9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  <a:sym typeface="Arial"/>
              </a:rPr>
              <a:t>Remotos</a:t>
            </a:r>
          </a:p>
        </p:txBody>
      </p:sp>
      <p:grpSp>
        <p:nvGrpSpPr>
          <p:cNvPr id="17" name="Agrupar 16">
            <a:extLst>
              <a:ext uri="{FF2B5EF4-FFF2-40B4-BE49-F238E27FC236}">
                <a16:creationId xmlns:a16="http://schemas.microsoft.com/office/drawing/2014/main" id="{AD9AEBBD-DFFB-16EE-8077-9F1BDB1534FF}"/>
              </a:ext>
            </a:extLst>
          </p:cNvPr>
          <p:cNvGrpSpPr/>
          <p:nvPr/>
        </p:nvGrpSpPr>
        <p:grpSpPr>
          <a:xfrm>
            <a:off x="-36576" y="-18288"/>
            <a:ext cx="1810512" cy="1812000"/>
            <a:chOff x="-36576" y="-18288"/>
            <a:chExt cx="3268916" cy="3271602"/>
          </a:xfrm>
        </p:grpSpPr>
        <p:sp>
          <p:nvSpPr>
            <p:cNvPr id="18" name="Forma Livre: Forma 17">
              <a:extLst>
                <a:ext uri="{FF2B5EF4-FFF2-40B4-BE49-F238E27FC236}">
                  <a16:creationId xmlns:a16="http://schemas.microsoft.com/office/drawing/2014/main" id="{CFF42781-70E2-1AC8-BB49-22BC97C5C3DA}"/>
                </a:ext>
              </a:extLst>
            </p:cNvPr>
            <p:cNvSpPr/>
            <p:nvPr/>
          </p:nvSpPr>
          <p:spPr>
            <a:xfrm>
              <a:off x="-36576" y="-18288"/>
              <a:ext cx="3268916" cy="3271602"/>
            </a:xfrm>
            <a:custGeom>
              <a:avLst/>
              <a:gdLst>
                <a:gd name="connsiteX0" fmla="*/ 2450802 w 3268916"/>
                <a:gd name="connsiteY0" fmla="*/ 0 h 3271602"/>
                <a:gd name="connsiteX1" fmla="*/ 3154168 w 3268916"/>
                <a:gd name="connsiteY1" fmla="*/ 0 h 3271602"/>
                <a:gd name="connsiteX2" fmla="*/ 3155777 w 3268916"/>
                <a:gd name="connsiteY2" fmla="*/ 4392 h 3271602"/>
                <a:gd name="connsiteX3" fmla="*/ 3268916 w 3268916"/>
                <a:gd name="connsiteY3" fmla="*/ 751602 h 3271602"/>
                <a:gd name="connsiteX4" fmla="*/ 748913 w 3268916"/>
                <a:gd name="connsiteY4" fmla="*/ 3271602 h 3271602"/>
                <a:gd name="connsiteX5" fmla="*/ 240523 w 3268916"/>
                <a:gd name="connsiteY5" fmla="*/ 3218443 h 3271602"/>
                <a:gd name="connsiteX6" fmla="*/ 0 w 3268916"/>
                <a:gd name="connsiteY6" fmla="*/ 3155922 h 3271602"/>
                <a:gd name="connsiteX7" fmla="*/ 0 w 3268916"/>
                <a:gd name="connsiteY7" fmla="*/ 2447446 h 3271602"/>
                <a:gd name="connsiteX8" fmla="*/ 23024 w 3268916"/>
                <a:gd name="connsiteY8" fmla="*/ 2458527 h 3271602"/>
                <a:gd name="connsiteX9" fmla="*/ 748913 w 3268916"/>
                <a:gd name="connsiteY9" fmla="*/ 2606691 h 3271602"/>
                <a:gd name="connsiteX10" fmla="*/ 2612319 w 3268916"/>
                <a:gd name="connsiteY10" fmla="*/ 751603 h 3271602"/>
                <a:gd name="connsiteX11" fmla="*/ 2466072 w 3268916"/>
                <a:gd name="connsiteY11" fmla="*/ 31524 h 3271602"/>
                <a:gd name="connsiteX12" fmla="*/ 2450802 w 3268916"/>
                <a:gd name="connsiteY12" fmla="*/ 0 h 32716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268916" h="3271602">
                  <a:moveTo>
                    <a:pt x="2450802" y="0"/>
                  </a:moveTo>
                  <a:lnTo>
                    <a:pt x="3154168" y="0"/>
                  </a:lnTo>
                  <a:lnTo>
                    <a:pt x="3155777" y="4392"/>
                  </a:lnTo>
                  <a:cubicBezTo>
                    <a:pt x="3229315" y="240512"/>
                    <a:pt x="3268916" y="491470"/>
                    <a:pt x="3268916" y="751602"/>
                  </a:cubicBezTo>
                  <a:cubicBezTo>
                    <a:pt x="3268916" y="2138972"/>
                    <a:pt x="2142490" y="3265395"/>
                    <a:pt x="748913" y="3271602"/>
                  </a:cubicBezTo>
                  <a:cubicBezTo>
                    <a:pt x="574716" y="3270826"/>
                    <a:pt x="404693" y="3252547"/>
                    <a:pt x="240523" y="3218443"/>
                  </a:cubicBezTo>
                  <a:lnTo>
                    <a:pt x="0" y="3155922"/>
                  </a:lnTo>
                  <a:lnTo>
                    <a:pt x="0" y="2447446"/>
                  </a:lnTo>
                  <a:lnTo>
                    <a:pt x="23024" y="2458527"/>
                  </a:lnTo>
                  <a:cubicBezTo>
                    <a:pt x="246022" y="2552866"/>
                    <a:pt x="491294" y="2605549"/>
                    <a:pt x="748913" y="2606691"/>
                  </a:cubicBezTo>
                  <a:cubicBezTo>
                    <a:pt x="1779387" y="2602122"/>
                    <a:pt x="2612319" y="1772910"/>
                    <a:pt x="2612319" y="751603"/>
                  </a:cubicBezTo>
                  <a:cubicBezTo>
                    <a:pt x="2612319" y="496276"/>
                    <a:pt x="2560261" y="252955"/>
                    <a:pt x="2466072" y="31524"/>
                  </a:cubicBezTo>
                  <a:lnTo>
                    <a:pt x="2450802" y="0"/>
                  </a:lnTo>
                  <a:close/>
                </a:path>
              </a:pathLst>
            </a:custGeom>
            <a:noFill/>
            <a:ln w="38100">
              <a:solidFill>
                <a:srgbClr val="005EA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9" name="Forma Livre: Forma 18">
              <a:extLst>
                <a:ext uri="{FF2B5EF4-FFF2-40B4-BE49-F238E27FC236}">
                  <a16:creationId xmlns:a16="http://schemas.microsoft.com/office/drawing/2014/main" id="{E7CE3818-9DDE-EA1B-D6C3-C67E2B4F1EB6}"/>
                </a:ext>
              </a:extLst>
            </p:cNvPr>
            <p:cNvSpPr/>
            <p:nvPr/>
          </p:nvSpPr>
          <p:spPr>
            <a:xfrm>
              <a:off x="-36575" y="-18288"/>
              <a:ext cx="2612319" cy="2606691"/>
            </a:xfrm>
            <a:custGeom>
              <a:avLst/>
              <a:gdLst>
                <a:gd name="connsiteX0" fmla="*/ 0 w 2612319"/>
                <a:gd name="connsiteY0" fmla="*/ 0 h 2606691"/>
                <a:gd name="connsiteX1" fmla="*/ 2450802 w 2612319"/>
                <a:gd name="connsiteY1" fmla="*/ 0 h 2606691"/>
                <a:gd name="connsiteX2" fmla="*/ 2466072 w 2612319"/>
                <a:gd name="connsiteY2" fmla="*/ 31524 h 2606691"/>
                <a:gd name="connsiteX3" fmla="*/ 2612319 w 2612319"/>
                <a:gd name="connsiteY3" fmla="*/ 751603 h 2606691"/>
                <a:gd name="connsiteX4" fmla="*/ 748913 w 2612319"/>
                <a:gd name="connsiteY4" fmla="*/ 2606691 h 2606691"/>
                <a:gd name="connsiteX5" fmla="*/ 23024 w 2612319"/>
                <a:gd name="connsiteY5" fmla="*/ 2458527 h 2606691"/>
                <a:gd name="connsiteX6" fmla="*/ 0 w 2612319"/>
                <a:gd name="connsiteY6" fmla="*/ 2447446 h 2606691"/>
                <a:gd name="connsiteX7" fmla="*/ 0 w 2612319"/>
                <a:gd name="connsiteY7" fmla="*/ 0 h 2606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612319" h="2606691">
                  <a:moveTo>
                    <a:pt x="0" y="0"/>
                  </a:moveTo>
                  <a:lnTo>
                    <a:pt x="2450802" y="0"/>
                  </a:lnTo>
                  <a:lnTo>
                    <a:pt x="2466072" y="31524"/>
                  </a:lnTo>
                  <a:cubicBezTo>
                    <a:pt x="2560261" y="252955"/>
                    <a:pt x="2612319" y="496276"/>
                    <a:pt x="2612319" y="751603"/>
                  </a:cubicBezTo>
                  <a:cubicBezTo>
                    <a:pt x="2612319" y="1772910"/>
                    <a:pt x="1779387" y="2602122"/>
                    <a:pt x="748913" y="2606691"/>
                  </a:cubicBezTo>
                  <a:cubicBezTo>
                    <a:pt x="491294" y="2605549"/>
                    <a:pt x="246022" y="2552866"/>
                    <a:pt x="23024" y="2458527"/>
                  </a:cubicBezTo>
                  <a:lnTo>
                    <a:pt x="0" y="24474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5EA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0" name="Retângulo 19">
            <a:extLst>
              <a:ext uri="{FF2B5EF4-FFF2-40B4-BE49-F238E27FC236}">
                <a16:creationId xmlns:a16="http://schemas.microsoft.com/office/drawing/2014/main" id="{20A6AAB5-A240-E6EE-BA89-CE4C0AAB6E79}"/>
              </a:ext>
            </a:extLst>
          </p:cNvPr>
          <p:cNvSpPr/>
          <p:nvPr/>
        </p:nvSpPr>
        <p:spPr>
          <a:xfrm>
            <a:off x="1228159" y="1864914"/>
            <a:ext cx="10194346" cy="30109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5613" indent="-455613" defTabSz="1219170">
              <a:lnSpc>
                <a:spcPct val="150000"/>
              </a:lnSpc>
              <a:spcAft>
                <a:spcPts val="1200"/>
              </a:spcAft>
              <a:buClr>
                <a:srgbClr val="015DA8"/>
              </a:buClr>
              <a:buFont typeface="Wingdings" panose="05000000000000000000" pitchFamily="2" charset="2"/>
              <a:buChar char="ü"/>
            </a:pPr>
            <a:r>
              <a:rPr lang="pt-BR" sz="2000" kern="0" dirty="0">
                <a:cs typeface="Arial"/>
                <a:sym typeface="Arial"/>
              </a:rPr>
              <a:t>Fique atento ao </a:t>
            </a:r>
            <a:r>
              <a:rPr lang="pt-BR" sz="2800" b="1" kern="0" dirty="0" err="1">
                <a:cs typeface="Arial"/>
                <a:sym typeface="Arial"/>
              </a:rPr>
              <a:t>Canvas</a:t>
            </a:r>
            <a:r>
              <a:rPr lang="pt-BR" sz="2000" kern="0" dirty="0">
                <a:cs typeface="Arial"/>
                <a:sym typeface="Arial"/>
              </a:rPr>
              <a:t>. Lá manteremos contato sobre as principais informações da nossa disciplina.</a:t>
            </a:r>
          </a:p>
          <a:p>
            <a:pPr marL="455613" indent="-455613" defTabSz="1219170">
              <a:lnSpc>
                <a:spcPct val="150000"/>
              </a:lnSpc>
              <a:spcAft>
                <a:spcPts val="1200"/>
              </a:spcAft>
              <a:buClr>
                <a:srgbClr val="015DA8"/>
              </a:buClr>
              <a:buFont typeface="Wingdings" panose="05000000000000000000" pitchFamily="2" charset="2"/>
              <a:buChar char="ü"/>
            </a:pPr>
            <a:r>
              <a:rPr lang="pt-BR" sz="2000" kern="0" dirty="0">
                <a:cs typeface="Arial"/>
                <a:sym typeface="Arial"/>
              </a:rPr>
              <a:t>Ingresse pontualmente na aula. Atrasos atrapalham a dinâmica da aula e pode comprometer o andamento da disciplina.</a:t>
            </a:r>
          </a:p>
          <a:p>
            <a:pPr marL="455613" indent="-455613" defTabSz="1219170">
              <a:lnSpc>
                <a:spcPct val="150000"/>
              </a:lnSpc>
              <a:spcAft>
                <a:spcPts val="1200"/>
              </a:spcAft>
              <a:buClr>
                <a:srgbClr val="015DA8"/>
              </a:buClr>
              <a:buFont typeface="Wingdings" panose="05000000000000000000" pitchFamily="2" charset="2"/>
              <a:buChar char="ü"/>
            </a:pPr>
            <a:r>
              <a:rPr lang="pt-BR" sz="2000" kern="0" dirty="0">
                <a:cs typeface="Arial"/>
                <a:sym typeface="Arial"/>
              </a:rPr>
              <a:t>Os materiais da disciplina poderão ser acessados no ambiente da disciplina no </a:t>
            </a:r>
            <a:r>
              <a:rPr lang="pt-BR" sz="2800" b="1" kern="0" dirty="0" err="1">
                <a:cs typeface="Arial"/>
                <a:sym typeface="Arial"/>
              </a:rPr>
              <a:t>Canvas</a:t>
            </a:r>
            <a:r>
              <a:rPr lang="pt-BR" sz="2000" kern="0" dirty="0">
                <a:cs typeface="Arial"/>
                <a:sym typeface="Arial"/>
              </a:rPr>
              <a:t>.</a:t>
            </a:r>
          </a:p>
        </p:txBody>
      </p:sp>
      <p:pic>
        <p:nvPicPr>
          <p:cNvPr id="3" name="Imagem 2" descr="Desenho com traços pretos em fundo branco e letras pretas&#10;&#10;O conteúdo gerado por IA pode estar incorreto.">
            <a:extLst>
              <a:ext uri="{FF2B5EF4-FFF2-40B4-BE49-F238E27FC236}">
                <a16:creationId xmlns:a16="http://schemas.microsoft.com/office/drawing/2014/main" id="{1E4DE610-9D24-9B54-DDE0-BD7EB991A6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5060" y="6104261"/>
            <a:ext cx="1464457" cy="644361"/>
          </a:xfrm>
          <a:prstGeom prst="rect">
            <a:avLst/>
          </a:prstGeom>
        </p:spPr>
      </p:pic>
      <p:grpSp>
        <p:nvGrpSpPr>
          <p:cNvPr id="2" name="Agrupar 1">
            <a:extLst>
              <a:ext uri="{FF2B5EF4-FFF2-40B4-BE49-F238E27FC236}">
                <a16:creationId xmlns:a16="http://schemas.microsoft.com/office/drawing/2014/main" id="{251CDECA-9DA9-6644-7EF1-EE444D38F3AF}"/>
              </a:ext>
            </a:extLst>
          </p:cNvPr>
          <p:cNvGrpSpPr/>
          <p:nvPr/>
        </p:nvGrpSpPr>
        <p:grpSpPr>
          <a:xfrm>
            <a:off x="10065736" y="5709387"/>
            <a:ext cx="2042719" cy="1039235"/>
            <a:chOff x="2298584" y="5213339"/>
            <a:chExt cx="2042719" cy="1039235"/>
          </a:xfrm>
        </p:grpSpPr>
        <p:sp>
          <p:nvSpPr>
            <p:cNvPr id="4" name="Forma Livre: Forma 22">
              <a:extLst>
                <a:ext uri="{FF2B5EF4-FFF2-40B4-BE49-F238E27FC236}">
                  <a16:creationId xmlns:a16="http://schemas.microsoft.com/office/drawing/2014/main" id="{7D143B71-9D09-44EA-CF40-615B7647F1F9}"/>
                </a:ext>
              </a:extLst>
            </p:cNvPr>
            <p:cNvSpPr/>
            <p:nvPr/>
          </p:nvSpPr>
          <p:spPr>
            <a:xfrm>
              <a:off x="2298584" y="5213339"/>
              <a:ext cx="2042719" cy="10392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pic>
          <p:nvPicPr>
            <p:cNvPr id="5" name="Imagem 4">
              <a:extLst>
                <a:ext uri="{FF2B5EF4-FFF2-40B4-BE49-F238E27FC236}">
                  <a16:creationId xmlns:a16="http://schemas.microsoft.com/office/drawing/2014/main" id="{D5ED0CC0-171D-9C6A-CFA5-0E41F947CB5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541141" y="5384972"/>
              <a:ext cx="1581371" cy="69596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152496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EDD510-6833-7613-2A67-F6A6EDF056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610E047E-8815-EBE2-BACF-EF38E360376F}"/>
              </a:ext>
            </a:extLst>
          </p:cNvPr>
          <p:cNvSpPr/>
          <p:nvPr/>
        </p:nvSpPr>
        <p:spPr>
          <a:xfrm>
            <a:off x="1901952" y="300416"/>
            <a:ext cx="4915408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800" b="0" i="0" u="none" strike="noStrike" kern="1200" cap="none" spc="300" normalizeH="0" baseline="0" noProof="0" dirty="0">
                <a:ln>
                  <a:noFill/>
                </a:ln>
                <a:solidFill>
                  <a:srgbClr val="005EA9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  <a:sym typeface="Arial"/>
              </a:rPr>
              <a:t>Contatos</a:t>
            </a: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4000" b="1" i="0" u="none" strike="noStrike" kern="1200" cap="none" spc="300" normalizeH="0" baseline="0" noProof="0" dirty="0">
                <a:ln>
                  <a:noFill/>
                </a:ln>
                <a:solidFill>
                  <a:srgbClr val="005EA9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  <a:sym typeface="Arial"/>
              </a:rPr>
              <a:t>Remotos</a:t>
            </a:r>
          </a:p>
        </p:txBody>
      </p:sp>
      <p:grpSp>
        <p:nvGrpSpPr>
          <p:cNvPr id="17" name="Agrupar 16">
            <a:extLst>
              <a:ext uri="{FF2B5EF4-FFF2-40B4-BE49-F238E27FC236}">
                <a16:creationId xmlns:a16="http://schemas.microsoft.com/office/drawing/2014/main" id="{4D56DFA8-A15E-E21E-64AA-09F121E1D404}"/>
              </a:ext>
            </a:extLst>
          </p:cNvPr>
          <p:cNvGrpSpPr/>
          <p:nvPr/>
        </p:nvGrpSpPr>
        <p:grpSpPr>
          <a:xfrm>
            <a:off x="-36576" y="-18288"/>
            <a:ext cx="1810512" cy="1812000"/>
            <a:chOff x="-36576" y="-18288"/>
            <a:chExt cx="3268916" cy="3271602"/>
          </a:xfrm>
        </p:grpSpPr>
        <p:sp>
          <p:nvSpPr>
            <p:cNvPr id="18" name="Forma Livre: Forma 17">
              <a:extLst>
                <a:ext uri="{FF2B5EF4-FFF2-40B4-BE49-F238E27FC236}">
                  <a16:creationId xmlns:a16="http://schemas.microsoft.com/office/drawing/2014/main" id="{572F299A-F22A-8BCC-F0E7-0C84D67FC988}"/>
                </a:ext>
              </a:extLst>
            </p:cNvPr>
            <p:cNvSpPr/>
            <p:nvPr/>
          </p:nvSpPr>
          <p:spPr>
            <a:xfrm>
              <a:off x="-36576" y="-18288"/>
              <a:ext cx="3268916" cy="3271602"/>
            </a:xfrm>
            <a:custGeom>
              <a:avLst/>
              <a:gdLst>
                <a:gd name="connsiteX0" fmla="*/ 2450802 w 3268916"/>
                <a:gd name="connsiteY0" fmla="*/ 0 h 3271602"/>
                <a:gd name="connsiteX1" fmla="*/ 3154168 w 3268916"/>
                <a:gd name="connsiteY1" fmla="*/ 0 h 3271602"/>
                <a:gd name="connsiteX2" fmla="*/ 3155777 w 3268916"/>
                <a:gd name="connsiteY2" fmla="*/ 4392 h 3271602"/>
                <a:gd name="connsiteX3" fmla="*/ 3268916 w 3268916"/>
                <a:gd name="connsiteY3" fmla="*/ 751602 h 3271602"/>
                <a:gd name="connsiteX4" fmla="*/ 748913 w 3268916"/>
                <a:gd name="connsiteY4" fmla="*/ 3271602 h 3271602"/>
                <a:gd name="connsiteX5" fmla="*/ 240523 w 3268916"/>
                <a:gd name="connsiteY5" fmla="*/ 3218443 h 3271602"/>
                <a:gd name="connsiteX6" fmla="*/ 0 w 3268916"/>
                <a:gd name="connsiteY6" fmla="*/ 3155922 h 3271602"/>
                <a:gd name="connsiteX7" fmla="*/ 0 w 3268916"/>
                <a:gd name="connsiteY7" fmla="*/ 2447446 h 3271602"/>
                <a:gd name="connsiteX8" fmla="*/ 23024 w 3268916"/>
                <a:gd name="connsiteY8" fmla="*/ 2458527 h 3271602"/>
                <a:gd name="connsiteX9" fmla="*/ 748913 w 3268916"/>
                <a:gd name="connsiteY9" fmla="*/ 2606691 h 3271602"/>
                <a:gd name="connsiteX10" fmla="*/ 2612319 w 3268916"/>
                <a:gd name="connsiteY10" fmla="*/ 751603 h 3271602"/>
                <a:gd name="connsiteX11" fmla="*/ 2466072 w 3268916"/>
                <a:gd name="connsiteY11" fmla="*/ 31524 h 3271602"/>
                <a:gd name="connsiteX12" fmla="*/ 2450802 w 3268916"/>
                <a:gd name="connsiteY12" fmla="*/ 0 h 32716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268916" h="3271602">
                  <a:moveTo>
                    <a:pt x="2450802" y="0"/>
                  </a:moveTo>
                  <a:lnTo>
                    <a:pt x="3154168" y="0"/>
                  </a:lnTo>
                  <a:lnTo>
                    <a:pt x="3155777" y="4392"/>
                  </a:lnTo>
                  <a:cubicBezTo>
                    <a:pt x="3229315" y="240512"/>
                    <a:pt x="3268916" y="491470"/>
                    <a:pt x="3268916" y="751602"/>
                  </a:cubicBezTo>
                  <a:cubicBezTo>
                    <a:pt x="3268916" y="2138972"/>
                    <a:pt x="2142490" y="3265395"/>
                    <a:pt x="748913" y="3271602"/>
                  </a:cubicBezTo>
                  <a:cubicBezTo>
                    <a:pt x="574716" y="3270826"/>
                    <a:pt x="404693" y="3252547"/>
                    <a:pt x="240523" y="3218443"/>
                  </a:cubicBezTo>
                  <a:lnTo>
                    <a:pt x="0" y="3155922"/>
                  </a:lnTo>
                  <a:lnTo>
                    <a:pt x="0" y="2447446"/>
                  </a:lnTo>
                  <a:lnTo>
                    <a:pt x="23024" y="2458527"/>
                  </a:lnTo>
                  <a:cubicBezTo>
                    <a:pt x="246022" y="2552866"/>
                    <a:pt x="491294" y="2605549"/>
                    <a:pt x="748913" y="2606691"/>
                  </a:cubicBezTo>
                  <a:cubicBezTo>
                    <a:pt x="1779387" y="2602122"/>
                    <a:pt x="2612319" y="1772910"/>
                    <a:pt x="2612319" y="751603"/>
                  </a:cubicBezTo>
                  <a:cubicBezTo>
                    <a:pt x="2612319" y="496276"/>
                    <a:pt x="2560261" y="252955"/>
                    <a:pt x="2466072" y="31524"/>
                  </a:cubicBezTo>
                  <a:lnTo>
                    <a:pt x="2450802" y="0"/>
                  </a:lnTo>
                  <a:close/>
                </a:path>
              </a:pathLst>
            </a:custGeom>
            <a:noFill/>
            <a:ln w="38100">
              <a:solidFill>
                <a:srgbClr val="005EA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9" name="Forma Livre: Forma 18">
              <a:extLst>
                <a:ext uri="{FF2B5EF4-FFF2-40B4-BE49-F238E27FC236}">
                  <a16:creationId xmlns:a16="http://schemas.microsoft.com/office/drawing/2014/main" id="{55FC0A16-1836-5A28-FF5A-08F8E0BABDAE}"/>
                </a:ext>
              </a:extLst>
            </p:cNvPr>
            <p:cNvSpPr/>
            <p:nvPr/>
          </p:nvSpPr>
          <p:spPr>
            <a:xfrm>
              <a:off x="-36575" y="-18288"/>
              <a:ext cx="2612319" cy="2606691"/>
            </a:xfrm>
            <a:custGeom>
              <a:avLst/>
              <a:gdLst>
                <a:gd name="connsiteX0" fmla="*/ 0 w 2612319"/>
                <a:gd name="connsiteY0" fmla="*/ 0 h 2606691"/>
                <a:gd name="connsiteX1" fmla="*/ 2450802 w 2612319"/>
                <a:gd name="connsiteY1" fmla="*/ 0 h 2606691"/>
                <a:gd name="connsiteX2" fmla="*/ 2466072 w 2612319"/>
                <a:gd name="connsiteY2" fmla="*/ 31524 h 2606691"/>
                <a:gd name="connsiteX3" fmla="*/ 2612319 w 2612319"/>
                <a:gd name="connsiteY3" fmla="*/ 751603 h 2606691"/>
                <a:gd name="connsiteX4" fmla="*/ 748913 w 2612319"/>
                <a:gd name="connsiteY4" fmla="*/ 2606691 h 2606691"/>
                <a:gd name="connsiteX5" fmla="*/ 23024 w 2612319"/>
                <a:gd name="connsiteY5" fmla="*/ 2458527 h 2606691"/>
                <a:gd name="connsiteX6" fmla="*/ 0 w 2612319"/>
                <a:gd name="connsiteY6" fmla="*/ 2447446 h 2606691"/>
                <a:gd name="connsiteX7" fmla="*/ 0 w 2612319"/>
                <a:gd name="connsiteY7" fmla="*/ 0 h 2606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612319" h="2606691">
                  <a:moveTo>
                    <a:pt x="0" y="0"/>
                  </a:moveTo>
                  <a:lnTo>
                    <a:pt x="2450802" y="0"/>
                  </a:lnTo>
                  <a:lnTo>
                    <a:pt x="2466072" y="31524"/>
                  </a:lnTo>
                  <a:cubicBezTo>
                    <a:pt x="2560261" y="252955"/>
                    <a:pt x="2612319" y="496276"/>
                    <a:pt x="2612319" y="751603"/>
                  </a:cubicBezTo>
                  <a:cubicBezTo>
                    <a:pt x="2612319" y="1772910"/>
                    <a:pt x="1779387" y="2602122"/>
                    <a:pt x="748913" y="2606691"/>
                  </a:cubicBezTo>
                  <a:cubicBezTo>
                    <a:pt x="491294" y="2605549"/>
                    <a:pt x="246022" y="2552866"/>
                    <a:pt x="23024" y="2458527"/>
                  </a:cubicBezTo>
                  <a:lnTo>
                    <a:pt x="0" y="24474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5EA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4" name="Imagem 3" descr="Desenho com traços pretos em fundo branco e letras pretas&#10;&#10;O conteúdo gerado por IA pode estar incorreto.">
            <a:extLst>
              <a:ext uri="{FF2B5EF4-FFF2-40B4-BE49-F238E27FC236}">
                <a16:creationId xmlns:a16="http://schemas.microsoft.com/office/drawing/2014/main" id="{030D9295-682F-1A2E-AF4C-EEC8481628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5060" y="6104261"/>
            <a:ext cx="1464457" cy="644361"/>
          </a:xfrm>
          <a:prstGeom prst="rect">
            <a:avLst/>
          </a:prstGeom>
        </p:spPr>
      </p:pic>
      <p:grpSp>
        <p:nvGrpSpPr>
          <p:cNvPr id="2" name="Agrupar 1">
            <a:extLst>
              <a:ext uri="{FF2B5EF4-FFF2-40B4-BE49-F238E27FC236}">
                <a16:creationId xmlns:a16="http://schemas.microsoft.com/office/drawing/2014/main" id="{6B5B0924-7A33-B74B-692E-077A6A8C85AD}"/>
              </a:ext>
            </a:extLst>
          </p:cNvPr>
          <p:cNvGrpSpPr/>
          <p:nvPr/>
        </p:nvGrpSpPr>
        <p:grpSpPr>
          <a:xfrm>
            <a:off x="10065736" y="5709387"/>
            <a:ext cx="2042719" cy="1039235"/>
            <a:chOff x="2298584" y="5213339"/>
            <a:chExt cx="2042719" cy="1039235"/>
          </a:xfrm>
        </p:grpSpPr>
        <p:sp>
          <p:nvSpPr>
            <p:cNvPr id="5" name="Forma Livre: Forma 22">
              <a:extLst>
                <a:ext uri="{FF2B5EF4-FFF2-40B4-BE49-F238E27FC236}">
                  <a16:creationId xmlns:a16="http://schemas.microsoft.com/office/drawing/2014/main" id="{54E6C283-E396-0A62-E43F-33D13DE192E2}"/>
                </a:ext>
              </a:extLst>
            </p:cNvPr>
            <p:cNvSpPr/>
            <p:nvPr/>
          </p:nvSpPr>
          <p:spPr>
            <a:xfrm>
              <a:off x="2298584" y="5213339"/>
              <a:ext cx="2042719" cy="10392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pic>
          <p:nvPicPr>
            <p:cNvPr id="6" name="Imagem 5">
              <a:extLst>
                <a:ext uri="{FF2B5EF4-FFF2-40B4-BE49-F238E27FC236}">
                  <a16:creationId xmlns:a16="http://schemas.microsoft.com/office/drawing/2014/main" id="{59AF7136-C4E9-6397-4886-DB7A87741D5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541141" y="5384972"/>
              <a:ext cx="1581371" cy="695967"/>
            </a:xfrm>
            <a:prstGeom prst="rect">
              <a:avLst/>
            </a:prstGeom>
          </p:spPr>
        </p:pic>
      </p:grpSp>
      <p:grpSp>
        <p:nvGrpSpPr>
          <p:cNvPr id="3" name="Agrupar 2">
            <a:extLst>
              <a:ext uri="{FF2B5EF4-FFF2-40B4-BE49-F238E27FC236}">
                <a16:creationId xmlns:a16="http://schemas.microsoft.com/office/drawing/2014/main" id="{667CFAF4-B23F-30D8-E4B1-9ED6A236541B}"/>
              </a:ext>
            </a:extLst>
          </p:cNvPr>
          <p:cNvGrpSpPr/>
          <p:nvPr/>
        </p:nvGrpSpPr>
        <p:grpSpPr>
          <a:xfrm>
            <a:off x="139908" y="1703265"/>
            <a:ext cx="11724672" cy="5154735"/>
            <a:chOff x="139908" y="1703265"/>
            <a:chExt cx="11724672" cy="5154735"/>
          </a:xfrm>
        </p:grpSpPr>
        <p:pic>
          <p:nvPicPr>
            <p:cNvPr id="11" name="Picture 2" descr="Canvas Student – Apps no Google Play">
              <a:extLst>
                <a:ext uri="{FF2B5EF4-FFF2-40B4-BE49-F238E27FC236}">
                  <a16:creationId xmlns:a16="http://schemas.microsoft.com/office/drawing/2014/main" id="{59B125F4-A459-B1E7-37B7-93D0BC62CDF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56146" y="3838221"/>
              <a:ext cx="6184508" cy="301977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2" name="CaixaDeTexto 11">
              <a:extLst>
                <a:ext uri="{FF2B5EF4-FFF2-40B4-BE49-F238E27FC236}">
                  <a16:creationId xmlns:a16="http://schemas.microsoft.com/office/drawing/2014/main" id="{AAEB9B4C-1845-C3EB-565F-33E7A97FB121}"/>
                </a:ext>
              </a:extLst>
            </p:cNvPr>
            <p:cNvSpPr txBox="1"/>
            <p:nvPr/>
          </p:nvSpPr>
          <p:spPr>
            <a:xfrm>
              <a:off x="3891062" y="2009179"/>
              <a:ext cx="7973518" cy="131651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defTabSz="1219170">
                <a:lnSpc>
                  <a:spcPct val="150000"/>
                </a:lnSpc>
                <a:buClr>
                  <a:srgbClr val="015DA8"/>
                </a:buClr>
              </a:pPr>
              <a:r>
                <a:rPr lang="pt-BR" sz="2400" kern="0" dirty="0">
                  <a:solidFill>
                    <a:srgbClr val="1B3B72"/>
                  </a:solidFill>
                  <a:cs typeface="Arial"/>
                  <a:sym typeface="Arial"/>
                </a:rPr>
                <a:t>Baixe o app </a:t>
              </a:r>
              <a:r>
                <a:rPr lang="pt-BR" sz="3200" b="1" kern="0" dirty="0" err="1">
                  <a:solidFill>
                    <a:srgbClr val="1B3B72"/>
                  </a:solidFill>
                  <a:cs typeface="Arial"/>
                  <a:sym typeface="Arial"/>
                </a:rPr>
                <a:t>Canvas</a:t>
              </a:r>
              <a:r>
                <a:rPr lang="pt-BR" sz="3200" b="1" kern="0" dirty="0">
                  <a:solidFill>
                    <a:srgbClr val="1B3B72"/>
                  </a:solidFill>
                  <a:cs typeface="Arial"/>
                  <a:sym typeface="Arial"/>
                </a:rPr>
                <a:t> </a:t>
              </a:r>
              <a:r>
                <a:rPr lang="pt-BR" sz="3200" b="1" kern="0" dirty="0" err="1">
                  <a:solidFill>
                    <a:srgbClr val="1B3B72"/>
                  </a:solidFill>
                  <a:cs typeface="Arial"/>
                  <a:sym typeface="Arial"/>
                </a:rPr>
                <a:t>Student</a:t>
              </a:r>
              <a:r>
                <a:rPr lang="pt-BR" sz="3200" b="1" kern="0" dirty="0">
                  <a:solidFill>
                    <a:srgbClr val="1B3B72"/>
                  </a:solidFill>
                  <a:cs typeface="Arial"/>
                  <a:sym typeface="Arial"/>
                </a:rPr>
                <a:t>!</a:t>
              </a:r>
              <a:r>
                <a:rPr lang="pt-BR" sz="2400" kern="0" dirty="0">
                  <a:solidFill>
                    <a:srgbClr val="1B3B72"/>
                  </a:solidFill>
                  <a:cs typeface="Arial"/>
                  <a:sym typeface="Arial"/>
                </a:rPr>
                <a:t> Essa é a nossa plataforma para apoio às aulas ao longo do semestre.</a:t>
              </a:r>
            </a:p>
          </p:txBody>
        </p:sp>
        <p:pic>
          <p:nvPicPr>
            <p:cNvPr id="13" name="Imagem 12">
              <a:extLst>
                <a:ext uri="{FF2B5EF4-FFF2-40B4-BE49-F238E27FC236}">
                  <a16:creationId xmlns:a16="http://schemas.microsoft.com/office/drawing/2014/main" id="{39FCBB4A-515F-B61C-0F5C-7FA6D558352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t="17629"/>
            <a:stretch/>
          </p:blipFill>
          <p:spPr>
            <a:xfrm>
              <a:off x="139908" y="1703265"/>
              <a:ext cx="3752850" cy="5154735"/>
            </a:xfrm>
            <a:prstGeom prst="rect">
              <a:avLst/>
            </a:prstGeom>
          </p:spPr>
        </p:pic>
        <p:sp>
          <p:nvSpPr>
            <p:cNvPr id="14" name="CaixaDeTexto 13">
              <a:extLst>
                <a:ext uri="{FF2B5EF4-FFF2-40B4-BE49-F238E27FC236}">
                  <a16:creationId xmlns:a16="http://schemas.microsoft.com/office/drawing/2014/main" id="{0F53B3B1-7D2E-CBFF-05CF-134A0A3AF7ED}"/>
                </a:ext>
              </a:extLst>
            </p:cNvPr>
            <p:cNvSpPr txBox="1"/>
            <p:nvPr/>
          </p:nvSpPr>
          <p:spPr>
            <a:xfrm>
              <a:off x="8853440" y="4618853"/>
              <a:ext cx="186953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pt-BR" dirty="0"/>
                <a:t>DISPONÍVEL EM:</a:t>
              </a:r>
            </a:p>
          </p:txBody>
        </p:sp>
        <p:pic>
          <p:nvPicPr>
            <p:cNvPr id="16" name="Picture 6" descr="Icons-App-Store-Google-play">
              <a:extLst>
                <a:ext uri="{FF2B5EF4-FFF2-40B4-BE49-F238E27FC236}">
                  <a16:creationId xmlns:a16="http://schemas.microsoft.com/office/drawing/2014/main" id="{FBB8DBF1-AC2A-B134-3751-8B66D21364E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27314" y="4976269"/>
              <a:ext cx="1321787" cy="81701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6012202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2B1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4048BB4-CA9C-19FA-AB92-2DC56A7FFC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C8878A17-D0DD-C2E4-BE50-82EB2C5A02E7}"/>
              </a:ext>
            </a:extLst>
          </p:cNvPr>
          <p:cNvSpPr/>
          <p:nvPr/>
        </p:nvSpPr>
        <p:spPr>
          <a:xfrm>
            <a:off x="955430" y="2496821"/>
            <a:ext cx="10281140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6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  <a:sym typeface="Arial"/>
              </a:rPr>
              <a:t>Sistema de Avaliações</a:t>
            </a:r>
          </a:p>
        </p:txBody>
      </p:sp>
      <p:grpSp>
        <p:nvGrpSpPr>
          <p:cNvPr id="3" name="Agrupar 2">
            <a:extLst>
              <a:ext uri="{FF2B5EF4-FFF2-40B4-BE49-F238E27FC236}">
                <a16:creationId xmlns:a16="http://schemas.microsoft.com/office/drawing/2014/main" id="{F400084B-5D47-D5F6-981C-4D97F91C56AB}"/>
              </a:ext>
            </a:extLst>
          </p:cNvPr>
          <p:cNvGrpSpPr/>
          <p:nvPr/>
        </p:nvGrpSpPr>
        <p:grpSpPr>
          <a:xfrm>
            <a:off x="5074640" y="5588898"/>
            <a:ext cx="2042719" cy="1039235"/>
            <a:chOff x="2298584" y="5213339"/>
            <a:chExt cx="2042719" cy="1039235"/>
          </a:xfrm>
        </p:grpSpPr>
        <p:sp>
          <p:nvSpPr>
            <p:cNvPr id="5" name="Forma Livre: Forma 22">
              <a:extLst>
                <a:ext uri="{FF2B5EF4-FFF2-40B4-BE49-F238E27FC236}">
                  <a16:creationId xmlns:a16="http://schemas.microsoft.com/office/drawing/2014/main" id="{5BCAAC04-460A-31BF-2D09-FA795C1D2907}"/>
                </a:ext>
              </a:extLst>
            </p:cNvPr>
            <p:cNvSpPr/>
            <p:nvPr/>
          </p:nvSpPr>
          <p:spPr>
            <a:xfrm>
              <a:off x="2298584" y="5213339"/>
              <a:ext cx="2042719" cy="10392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pic>
          <p:nvPicPr>
            <p:cNvPr id="6" name="Imagem 5">
              <a:extLst>
                <a:ext uri="{FF2B5EF4-FFF2-40B4-BE49-F238E27FC236}">
                  <a16:creationId xmlns:a16="http://schemas.microsoft.com/office/drawing/2014/main" id="{B8AEAA3C-4C7B-BF19-726A-D3A64270E84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541141" y="5384972"/>
              <a:ext cx="1581371" cy="69596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929950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tângulo 40">
            <a:extLst>
              <a:ext uri="{FF2B5EF4-FFF2-40B4-BE49-F238E27FC236}">
                <a16:creationId xmlns:a16="http://schemas.microsoft.com/office/drawing/2014/main" id="{C0CF367A-6427-B343-9232-DABAB808E9BB}"/>
              </a:ext>
            </a:extLst>
          </p:cNvPr>
          <p:cNvSpPr/>
          <p:nvPr/>
        </p:nvSpPr>
        <p:spPr>
          <a:xfrm>
            <a:off x="303590" y="176099"/>
            <a:ext cx="3403581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400" b="0" i="0" u="none" strike="noStrike" kern="1200" cap="none" spc="300" normalizeH="0" baseline="0" noProof="0">
                <a:ln>
                  <a:noFill/>
                </a:ln>
                <a:solidFill>
                  <a:srgbClr val="015DA8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t>Sistema de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600" b="1" i="0" u="none" strike="noStrike" kern="1200" cap="none" spc="300" normalizeH="0" baseline="0" noProof="0">
                <a:ln>
                  <a:noFill/>
                </a:ln>
                <a:solidFill>
                  <a:srgbClr val="015DA8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t>Avaliações</a:t>
            </a:r>
            <a:endParaRPr kumimoji="0" lang="pt-BR" sz="5400" b="1" i="0" u="none" strike="noStrike" kern="1200" cap="none" spc="300" normalizeH="0" baseline="0" noProof="0">
              <a:ln>
                <a:noFill/>
              </a:ln>
              <a:solidFill>
                <a:srgbClr val="015DA8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grpSp>
        <p:nvGrpSpPr>
          <p:cNvPr id="32" name="Agrupar 31">
            <a:extLst>
              <a:ext uri="{FF2B5EF4-FFF2-40B4-BE49-F238E27FC236}">
                <a16:creationId xmlns:a16="http://schemas.microsoft.com/office/drawing/2014/main" id="{BFD029C5-75E3-433A-9AF6-75893F3FAE4A}"/>
              </a:ext>
            </a:extLst>
          </p:cNvPr>
          <p:cNvGrpSpPr/>
          <p:nvPr/>
        </p:nvGrpSpPr>
        <p:grpSpPr>
          <a:xfrm>
            <a:off x="494247" y="2123616"/>
            <a:ext cx="3212924" cy="3968303"/>
            <a:chOff x="4846259" y="2642127"/>
            <a:chExt cx="2783241" cy="1879843"/>
          </a:xfrm>
        </p:grpSpPr>
        <p:sp>
          <p:nvSpPr>
            <p:cNvPr id="35" name="Retângulo 34">
              <a:extLst>
                <a:ext uri="{FF2B5EF4-FFF2-40B4-BE49-F238E27FC236}">
                  <a16:creationId xmlns:a16="http://schemas.microsoft.com/office/drawing/2014/main" id="{D9AC5F76-3FF4-478A-B0EC-7575C6CD69D5}"/>
                </a:ext>
              </a:extLst>
            </p:cNvPr>
            <p:cNvSpPr/>
            <p:nvPr/>
          </p:nvSpPr>
          <p:spPr>
            <a:xfrm>
              <a:off x="4846259" y="2642128"/>
              <a:ext cx="1803162" cy="419475"/>
            </a:xfrm>
            <a:prstGeom prst="rect">
              <a:avLst/>
            </a:prstGeom>
            <a:solidFill>
              <a:srgbClr val="D0D8D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2400" b="1" i="0" u="none" strike="noStrike" kern="1200" cap="none" spc="0" normalizeH="0" baseline="0" noProof="0">
                  <a:ln>
                    <a:noFill/>
                  </a:ln>
                  <a:solidFill>
                    <a:srgbClr val="00002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Avaliação 1</a:t>
              </a:r>
            </a:p>
          </p:txBody>
        </p:sp>
        <p:sp>
          <p:nvSpPr>
            <p:cNvPr id="38" name="Retângulo 37">
              <a:extLst>
                <a:ext uri="{FF2B5EF4-FFF2-40B4-BE49-F238E27FC236}">
                  <a16:creationId xmlns:a16="http://schemas.microsoft.com/office/drawing/2014/main" id="{6CBD780F-BA67-4087-B8B3-06BD776074EB}"/>
                </a:ext>
              </a:extLst>
            </p:cNvPr>
            <p:cNvSpPr/>
            <p:nvPr/>
          </p:nvSpPr>
          <p:spPr>
            <a:xfrm>
              <a:off x="6734879" y="2642127"/>
              <a:ext cx="894621" cy="419475"/>
            </a:xfrm>
            <a:prstGeom prst="rect">
              <a:avLst/>
            </a:prstGeom>
            <a:solidFill>
              <a:srgbClr val="2BC4E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2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25%</a:t>
              </a:r>
            </a:p>
          </p:txBody>
        </p:sp>
        <p:sp>
          <p:nvSpPr>
            <p:cNvPr id="39" name="Retângulo 38">
              <a:extLst>
                <a:ext uri="{FF2B5EF4-FFF2-40B4-BE49-F238E27FC236}">
                  <a16:creationId xmlns:a16="http://schemas.microsoft.com/office/drawing/2014/main" id="{AD313C83-4A6D-447A-9CB1-D719DBCBD59D}"/>
                </a:ext>
              </a:extLst>
            </p:cNvPr>
            <p:cNvSpPr/>
            <p:nvPr/>
          </p:nvSpPr>
          <p:spPr>
            <a:xfrm>
              <a:off x="4846259" y="3128917"/>
              <a:ext cx="1803162" cy="419475"/>
            </a:xfrm>
            <a:prstGeom prst="rect">
              <a:avLst/>
            </a:prstGeom>
            <a:solidFill>
              <a:srgbClr val="D0D8D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2400" b="1" i="0" u="none" strike="noStrike" kern="1200" cap="none" spc="0" normalizeH="0" baseline="0" noProof="0">
                  <a:ln>
                    <a:noFill/>
                  </a:ln>
                  <a:solidFill>
                    <a:srgbClr val="00002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Avaliação 2</a:t>
              </a:r>
            </a:p>
          </p:txBody>
        </p:sp>
        <p:sp>
          <p:nvSpPr>
            <p:cNvPr id="40" name="Retângulo 39">
              <a:extLst>
                <a:ext uri="{FF2B5EF4-FFF2-40B4-BE49-F238E27FC236}">
                  <a16:creationId xmlns:a16="http://schemas.microsoft.com/office/drawing/2014/main" id="{8F489CE6-8345-44C2-B83A-F282604BDB34}"/>
                </a:ext>
              </a:extLst>
            </p:cNvPr>
            <p:cNvSpPr/>
            <p:nvPr/>
          </p:nvSpPr>
          <p:spPr>
            <a:xfrm>
              <a:off x="6734879" y="3128917"/>
              <a:ext cx="894621" cy="419475"/>
            </a:xfrm>
            <a:prstGeom prst="rect">
              <a:avLst/>
            </a:prstGeom>
            <a:solidFill>
              <a:srgbClr val="2BC4E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2400" b="1" i="0" u="none" strike="noStrike" kern="1200" cap="none" spc="0" normalizeH="0" baseline="0" noProof="0">
                  <a:ln>
                    <a:noFill/>
                  </a:ln>
                  <a:solidFill>
                    <a:srgbClr val="00002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25%</a:t>
              </a:r>
            </a:p>
          </p:txBody>
        </p:sp>
        <p:sp>
          <p:nvSpPr>
            <p:cNvPr id="42" name="Retângulo 41">
              <a:extLst>
                <a:ext uri="{FF2B5EF4-FFF2-40B4-BE49-F238E27FC236}">
                  <a16:creationId xmlns:a16="http://schemas.microsoft.com/office/drawing/2014/main" id="{8CBDB33F-39F5-47C5-9DAF-DDBDDB721285}"/>
                </a:ext>
              </a:extLst>
            </p:cNvPr>
            <p:cNvSpPr/>
            <p:nvPr/>
          </p:nvSpPr>
          <p:spPr>
            <a:xfrm>
              <a:off x="4846259" y="3615706"/>
              <a:ext cx="1803162" cy="419475"/>
            </a:xfrm>
            <a:prstGeom prst="rect">
              <a:avLst/>
            </a:prstGeom>
            <a:solidFill>
              <a:srgbClr val="D0D8D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2400" b="1" i="0" u="none" strike="noStrike" kern="1200" cap="none" spc="0" normalizeH="0" baseline="0" noProof="0">
                  <a:ln>
                    <a:noFill/>
                  </a:ln>
                  <a:solidFill>
                    <a:srgbClr val="00002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Avaliação 3</a:t>
              </a:r>
            </a:p>
          </p:txBody>
        </p:sp>
        <p:sp>
          <p:nvSpPr>
            <p:cNvPr id="43" name="Retângulo 42">
              <a:extLst>
                <a:ext uri="{FF2B5EF4-FFF2-40B4-BE49-F238E27FC236}">
                  <a16:creationId xmlns:a16="http://schemas.microsoft.com/office/drawing/2014/main" id="{6CA380ED-DD20-4455-841B-6D93B57AB7EF}"/>
                </a:ext>
              </a:extLst>
            </p:cNvPr>
            <p:cNvSpPr/>
            <p:nvPr/>
          </p:nvSpPr>
          <p:spPr>
            <a:xfrm>
              <a:off x="6734879" y="3615705"/>
              <a:ext cx="894621" cy="419475"/>
            </a:xfrm>
            <a:prstGeom prst="rect">
              <a:avLst/>
            </a:prstGeom>
            <a:solidFill>
              <a:srgbClr val="2BC4E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2400" b="1" i="0" u="none" strike="noStrike" kern="1200" cap="none" spc="0" normalizeH="0" baseline="0" noProof="0">
                  <a:ln>
                    <a:noFill/>
                  </a:ln>
                  <a:solidFill>
                    <a:srgbClr val="00002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30%</a:t>
              </a:r>
            </a:p>
          </p:txBody>
        </p:sp>
        <p:sp>
          <p:nvSpPr>
            <p:cNvPr id="44" name="Retângulo 43">
              <a:extLst>
                <a:ext uri="{FF2B5EF4-FFF2-40B4-BE49-F238E27FC236}">
                  <a16:creationId xmlns:a16="http://schemas.microsoft.com/office/drawing/2014/main" id="{2523387B-5246-47C5-8114-044EB9F3BF9C}"/>
                </a:ext>
              </a:extLst>
            </p:cNvPr>
            <p:cNvSpPr/>
            <p:nvPr/>
          </p:nvSpPr>
          <p:spPr>
            <a:xfrm>
              <a:off x="4846259" y="4102495"/>
              <a:ext cx="1803162" cy="419475"/>
            </a:xfrm>
            <a:prstGeom prst="rect">
              <a:avLst/>
            </a:prstGeom>
            <a:solidFill>
              <a:srgbClr val="D0D8D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2400" b="1" i="0" u="none" strike="noStrike" kern="1200" cap="none" spc="0" normalizeH="0" baseline="0" noProof="0">
                  <a:ln>
                    <a:noFill/>
                  </a:ln>
                  <a:solidFill>
                    <a:srgbClr val="00002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EDAG</a:t>
              </a:r>
            </a:p>
          </p:txBody>
        </p:sp>
        <p:sp>
          <p:nvSpPr>
            <p:cNvPr id="45" name="Retângulo 44">
              <a:extLst>
                <a:ext uri="{FF2B5EF4-FFF2-40B4-BE49-F238E27FC236}">
                  <a16:creationId xmlns:a16="http://schemas.microsoft.com/office/drawing/2014/main" id="{156F870D-2381-45FA-881C-0B3C0CD1B2CC}"/>
                </a:ext>
              </a:extLst>
            </p:cNvPr>
            <p:cNvSpPr/>
            <p:nvPr/>
          </p:nvSpPr>
          <p:spPr>
            <a:xfrm>
              <a:off x="6734879" y="4102495"/>
              <a:ext cx="894621" cy="419475"/>
            </a:xfrm>
            <a:prstGeom prst="rect">
              <a:avLst/>
            </a:prstGeom>
            <a:solidFill>
              <a:srgbClr val="2BC4E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2400" b="1" i="0" u="none" strike="noStrike" kern="1200" cap="none" spc="0" normalizeH="0" baseline="0" noProof="0">
                  <a:ln>
                    <a:noFill/>
                  </a:ln>
                  <a:solidFill>
                    <a:srgbClr val="00002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20%</a:t>
              </a:r>
            </a:p>
          </p:txBody>
        </p:sp>
      </p:grpSp>
      <p:grpSp>
        <p:nvGrpSpPr>
          <p:cNvPr id="46" name="Agrupar 45">
            <a:extLst>
              <a:ext uri="{FF2B5EF4-FFF2-40B4-BE49-F238E27FC236}">
                <a16:creationId xmlns:a16="http://schemas.microsoft.com/office/drawing/2014/main" id="{66B5541E-5A6C-4850-BAF3-C7C05C8E9FBD}"/>
              </a:ext>
            </a:extLst>
          </p:cNvPr>
          <p:cNvGrpSpPr/>
          <p:nvPr/>
        </p:nvGrpSpPr>
        <p:grpSpPr>
          <a:xfrm>
            <a:off x="3805822" y="1521333"/>
            <a:ext cx="7713588" cy="4570586"/>
            <a:chOff x="-1846013" y="3412763"/>
            <a:chExt cx="10568285" cy="4570586"/>
          </a:xfrm>
        </p:grpSpPr>
        <p:sp>
          <p:nvSpPr>
            <p:cNvPr id="48" name="Retângulo 47">
              <a:extLst>
                <a:ext uri="{FF2B5EF4-FFF2-40B4-BE49-F238E27FC236}">
                  <a16:creationId xmlns:a16="http://schemas.microsoft.com/office/drawing/2014/main" id="{424F3615-77AE-47D1-B7B0-766526DBAEF7}"/>
                </a:ext>
              </a:extLst>
            </p:cNvPr>
            <p:cNvSpPr/>
            <p:nvPr/>
          </p:nvSpPr>
          <p:spPr>
            <a:xfrm>
              <a:off x="-1846012" y="7097847"/>
              <a:ext cx="10568283" cy="885502"/>
            </a:xfrm>
            <a:prstGeom prst="rect">
              <a:avLst/>
            </a:prstGeom>
            <a:solidFill>
              <a:srgbClr val="D0CEC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2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O EDAG </a:t>
              </a:r>
              <a:r>
                <a:rPr kumimoji="0" lang="pt-BR" sz="2400" b="1" i="0" u="sng" strike="noStrike" kern="1200" cap="none" spc="0" normalizeH="0" baseline="0" noProof="0" dirty="0">
                  <a:ln>
                    <a:noFill/>
                  </a:ln>
                  <a:solidFill>
                    <a:srgbClr val="00002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não possui</a:t>
              </a:r>
              <a:r>
                <a:rPr kumimoji="0" lang="pt-BR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2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</a:t>
              </a:r>
              <a:r>
                <a:rPr kumimoji="0" lang="pt-BR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2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2ª chamada</a:t>
              </a:r>
            </a:p>
          </p:txBody>
        </p:sp>
        <p:sp>
          <p:nvSpPr>
            <p:cNvPr id="51" name="Retângulo 50">
              <a:extLst>
                <a:ext uri="{FF2B5EF4-FFF2-40B4-BE49-F238E27FC236}">
                  <a16:creationId xmlns:a16="http://schemas.microsoft.com/office/drawing/2014/main" id="{624DE906-CFD6-47F6-9342-57D8308BC63B}"/>
                </a:ext>
              </a:extLst>
            </p:cNvPr>
            <p:cNvSpPr/>
            <p:nvPr/>
          </p:nvSpPr>
          <p:spPr>
            <a:xfrm>
              <a:off x="-1846013" y="3412763"/>
              <a:ext cx="10568285" cy="473043"/>
            </a:xfrm>
            <a:prstGeom prst="rect">
              <a:avLst/>
            </a:prstGeom>
            <a:solidFill>
              <a:srgbClr val="0000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2CC5ED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2ª chamada</a:t>
              </a:r>
            </a:p>
          </p:txBody>
        </p:sp>
        <p:sp>
          <p:nvSpPr>
            <p:cNvPr id="52" name="Retângulo 51">
              <a:extLst>
                <a:ext uri="{FF2B5EF4-FFF2-40B4-BE49-F238E27FC236}">
                  <a16:creationId xmlns:a16="http://schemas.microsoft.com/office/drawing/2014/main" id="{89BD9372-1542-49C6-8C2D-A06877060B2A}"/>
                </a:ext>
              </a:extLst>
            </p:cNvPr>
            <p:cNvSpPr/>
            <p:nvPr/>
          </p:nvSpPr>
          <p:spPr>
            <a:xfrm>
              <a:off x="3529761" y="4015046"/>
              <a:ext cx="5192511" cy="2940702"/>
            </a:xfrm>
            <a:prstGeom prst="rect">
              <a:avLst/>
            </a:prstGeom>
            <a:solidFill>
              <a:srgbClr val="2CC5E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85738" marR="0" lvl="0" indent="-185738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§"/>
                <a:tabLst/>
                <a:defRPr/>
              </a:pPr>
              <a:r>
                <a:rPr kumimoji="0" lang="pt-BR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40428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1 (uma) avaliação unificada</a:t>
              </a:r>
            </a:p>
            <a:p>
              <a:pPr marL="185738" marR="0" lvl="0" indent="-185738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§"/>
                <a:tabLst/>
                <a:defRPr/>
              </a:pPr>
              <a:endParaRPr kumimoji="0" lang="pt-BR" sz="2000" b="0" i="0" u="none" strike="noStrike" kern="1200" cap="none" spc="0" normalizeH="0" baseline="0" noProof="0" dirty="0">
                <a:ln>
                  <a:noFill/>
                </a:ln>
                <a:solidFill>
                  <a:srgbClr val="040428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  <a:p>
              <a:pPr marL="185738" marR="0" lvl="0" indent="-185738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§"/>
                <a:tabLst/>
                <a:defRPr/>
              </a:pPr>
              <a:r>
                <a:rPr kumimoji="0" lang="pt-BR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40428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Todo conteúdo do semestre</a:t>
              </a:r>
            </a:p>
            <a:p>
              <a:pPr marL="185738" marR="0" lvl="0" indent="-185738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§"/>
                <a:tabLst/>
                <a:defRPr/>
              </a:pPr>
              <a:endParaRPr kumimoji="0" lang="pt-BR" sz="2000" b="0" i="0" u="none" strike="noStrike" kern="1200" cap="none" spc="0" normalizeH="0" baseline="0" noProof="0" dirty="0">
                <a:ln>
                  <a:noFill/>
                </a:ln>
                <a:solidFill>
                  <a:srgbClr val="040428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  <a:p>
              <a:pPr marL="185738" marR="0" lvl="0" indent="-185738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§"/>
                <a:tabLst/>
                <a:defRPr/>
              </a:pPr>
              <a:r>
                <a:rPr kumimoji="0" lang="pt-BR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40428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Ocorrerá conforme calendário acadêmico</a:t>
              </a:r>
            </a:p>
          </p:txBody>
        </p:sp>
        <p:sp>
          <p:nvSpPr>
            <p:cNvPr id="47" name="Retângulo 46">
              <a:extLst>
                <a:ext uri="{FF2B5EF4-FFF2-40B4-BE49-F238E27FC236}">
                  <a16:creationId xmlns:a16="http://schemas.microsoft.com/office/drawing/2014/main" id="{6E4F933E-32F9-4F4A-A731-109541A7B4F1}"/>
                </a:ext>
              </a:extLst>
            </p:cNvPr>
            <p:cNvSpPr/>
            <p:nvPr/>
          </p:nvSpPr>
          <p:spPr>
            <a:xfrm>
              <a:off x="-1846010" y="4015046"/>
              <a:ext cx="5192511" cy="2940702"/>
            </a:xfrm>
            <a:prstGeom prst="rect">
              <a:avLst/>
            </a:prstGeom>
            <a:solidFill>
              <a:srgbClr val="2CC5E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2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O aluno que não comparecer no dia da avaliação deverá abrir requerimento com o documento comprobatório de justificativa, em até </a:t>
              </a:r>
              <a:r>
                <a:rPr kumimoji="0" lang="pt-BR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2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48 horas corridas</a:t>
              </a:r>
              <a:r>
                <a:rPr kumimoji="0" lang="pt-BR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2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,</a:t>
              </a:r>
              <a:r>
                <a:rPr kumimoji="0" lang="pt-BR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2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</a:t>
              </a:r>
              <a:r>
                <a:rPr kumimoji="0" lang="pt-BR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2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após a aplicação da prova.</a:t>
              </a:r>
            </a:p>
          </p:txBody>
        </p:sp>
      </p:grpSp>
      <p:sp>
        <p:nvSpPr>
          <p:cNvPr id="2" name="Retângulo 1">
            <a:extLst>
              <a:ext uri="{FF2B5EF4-FFF2-40B4-BE49-F238E27FC236}">
                <a16:creationId xmlns:a16="http://schemas.microsoft.com/office/drawing/2014/main" id="{A5DAF0AD-8A94-A4EA-D3AB-14BA9C021E8F}"/>
              </a:ext>
            </a:extLst>
          </p:cNvPr>
          <p:cNvSpPr/>
          <p:nvPr/>
        </p:nvSpPr>
        <p:spPr>
          <a:xfrm>
            <a:off x="494247" y="1521335"/>
            <a:ext cx="2081538" cy="473043"/>
          </a:xfrm>
          <a:prstGeom prst="rect">
            <a:avLst/>
          </a:prstGeom>
          <a:solidFill>
            <a:srgbClr val="0000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800" b="1" i="0" u="none" strike="noStrike" kern="1200" cap="none" spc="0" normalizeH="0" baseline="0" noProof="0" dirty="0">
                <a:ln>
                  <a:noFill/>
                </a:ln>
                <a:solidFill>
                  <a:srgbClr val="2CC5E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Unidade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AFCAD3EE-3600-2D30-9186-989283C0246D}"/>
              </a:ext>
            </a:extLst>
          </p:cNvPr>
          <p:cNvSpPr/>
          <p:nvPr/>
        </p:nvSpPr>
        <p:spPr>
          <a:xfrm>
            <a:off x="2674436" y="1521333"/>
            <a:ext cx="1032735" cy="473043"/>
          </a:xfrm>
          <a:prstGeom prst="rect">
            <a:avLst/>
          </a:prstGeom>
          <a:solidFill>
            <a:srgbClr val="0000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800" b="1" i="0" u="none" strike="noStrike" kern="1200" cap="none" spc="0" normalizeH="0" baseline="0" noProof="0" dirty="0">
                <a:ln>
                  <a:noFill/>
                </a:ln>
                <a:solidFill>
                  <a:srgbClr val="2CC5E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Peso</a:t>
            </a:r>
          </a:p>
        </p:txBody>
      </p:sp>
    </p:spTree>
    <p:extLst>
      <p:ext uri="{BB962C8B-B14F-4D97-AF65-F5344CB8AC3E}">
        <p14:creationId xmlns:p14="http://schemas.microsoft.com/office/powerpoint/2010/main" val="97836189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DED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EC37BD-265A-38B1-B724-C61790232F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Agrupar 12">
            <a:extLst>
              <a:ext uri="{FF2B5EF4-FFF2-40B4-BE49-F238E27FC236}">
                <a16:creationId xmlns:a16="http://schemas.microsoft.com/office/drawing/2014/main" id="{B4122E44-72BA-6E01-FCF2-047500261941}"/>
              </a:ext>
            </a:extLst>
          </p:cNvPr>
          <p:cNvGrpSpPr/>
          <p:nvPr/>
        </p:nvGrpSpPr>
        <p:grpSpPr>
          <a:xfrm>
            <a:off x="5118846" y="3743769"/>
            <a:ext cx="6558627" cy="1168891"/>
            <a:chOff x="438206" y="1647456"/>
            <a:chExt cx="4045615" cy="931699"/>
          </a:xfrm>
        </p:grpSpPr>
        <p:sp>
          <p:nvSpPr>
            <p:cNvPr id="11" name="Retângulo 10">
              <a:extLst>
                <a:ext uri="{FF2B5EF4-FFF2-40B4-BE49-F238E27FC236}">
                  <a16:creationId xmlns:a16="http://schemas.microsoft.com/office/drawing/2014/main" id="{1A3E343A-97F0-BB44-34C5-955AEAEA2B88}"/>
                </a:ext>
              </a:extLst>
            </p:cNvPr>
            <p:cNvSpPr/>
            <p:nvPr/>
          </p:nvSpPr>
          <p:spPr>
            <a:xfrm>
              <a:off x="438206" y="1647456"/>
              <a:ext cx="4045615" cy="931699"/>
            </a:xfrm>
            <a:prstGeom prst="rect">
              <a:avLst/>
            </a:prstGeom>
            <a:solidFill>
              <a:srgbClr val="F05E3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There are many variations of passages…">
              <a:extLst>
                <a:ext uri="{FF2B5EF4-FFF2-40B4-BE49-F238E27FC236}">
                  <a16:creationId xmlns:a16="http://schemas.microsoft.com/office/drawing/2014/main" id="{E958229D-F8EE-57E5-5368-D5373F351279}"/>
                </a:ext>
              </a:extLst>
            </p:cNvPr>
            <p:cNvSpPr txBox="1"/>
            <p:nvPr/>
          </p:nvSpPr>
          <p:spPr>
            <a:xfrm>
              <a:off x="565167" y="1718786"/>
              <a:ext cx="3791692" cy="58877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200">
                  <a:latin typeface="Arial"/>
                  <a:ea typeface="Arial"/>
                  <a:cs typeface="Arial"/>
                </a:defRPr>
              </a:pPr>
              <a:r>
                <a:rPr kumimoji="0" lang="pt-BR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cs typeface="Arial"/>
                </a:rPr>
                <a:t>Avaliação de </a:t>
              </a:r>
              <a:r>
                <a:rPr kumimoji="0" lang="pt-BR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cs typeface="Arial"/>
                </a:rPr>
                <a:t>Segunda Chamada Unificada </a:t>
              </a:r>
              <a:r>
                <a:rPr kumimoji="0" lang="pt-BR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cs typeface="Arial"/>
                </a:rPr>
                <a:t>deve contemplar </a:t>
              </a:r>
              <a:r>
                <a:rPr kumimoji="0" lang="pt-BR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cs typeface="Arial"/>
                </a:rPr>
                <a:t>todas as competências desenvolvidas ao longo da disciplina</a:t>
              </a:r>
              <a:r>
                <a:rPr kumimoji="0" lang="pt-BR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cs typeface="Arial"/>
                </a:rPr>
                <a:t>, independente da avaliação na qual o estudante se ausentou.</a:t>
              </a:r>
            </a:p>
          </p:txBody>
        </p:sp>
      </p:grpSp>
      <p:sp>
        <p:nvSpPr>
          <p:cNvPr id="19" name="Forma Livre: Forma 22">
            <a:extLst>
              <a:ext uri="{FF2B5EF4-FFF2-40B4-BE49-F238E27FC236}">
                <a16:creationId xmlns:a16="http://schemas.microsoft.com/office/drawing/2014/main" id="{C602B589-E7EE-2337-EDA5-287910B8EC3B}"/>
              </a:ext>
            </a:extLst>
          </p:cNvPr>
          <p:cNvSpPr/>
          <p:nvPr/>
        </p:nvSpPr>
        <p:spPr>
          <a:xfrm>
            <a:off x="500568" y="487641"/>
            <a:ext cx="4618279" cy="1016708"/>
          </a:xfrm>
          <a:prstGeom prst="rect">
            <a:avLst/>
          </a:prstGeom>
          <a:solidFill>
            <a:srgbClr val="702B1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358775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200" b="1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Arial" panose="020B0604020202020204" pitchFamily="34" charset="0"/>
                <a:sym typeface="Arial"/>
              </a:rPr>
              <a:t>Segunda Chamada</a:t>
            </a:r>
          </a:p>
          <a:p>
            <a:pPr marL="0" marR="0" lvl="0" indent="358775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400" b="1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Arial" panose="020B0604020202020204" pitchFamily="34" charset="0"/>
                <a:sym typeface="Arial"/>
              </a:rPr>
              <a:t>09/12 (quarta-feira)</a:t>
            </a:r>
          </a:p>
        </p:txBody>
      </p:sp>
      <p:grpSp>
        <p:nvGrpSpPr>
          <p:cNvPr id="20" name="Agrupar 19">
            <a:extLst>
              <a:ext uri="{FF2B5EF4-FFF2-40B4-BE49-F238E27FC236}">
                <a16:creationId xmlns:a16="http://schemas.microsoft.com/office/drawing/2014/main" id="{1705D105-879D-4E6F-C635-A6087DF25A0E}"/>
              </a:ext>
            </a:extLst>
          </p:cNvPr>
          <p:cNvGrpSpPr/>
          <p:nvPr/>
        </p:nvGrpSpPr>
        <p:grpSpPr>
          <a:xfrm>
            <a:off x="9634756" y="5502759"/>
            <a:ext cx="2042719" cy="1039235"/>
            <a:chOff x="2298584" y="5213339"/>
            <a:chExt cx="2042719" cy="1039235"/>
          </a:xfrm>
        </p:grpSpPr>
        <p:sp>
          <p:nvSpPr>
            <p:cNvPr id="21" name="Forma Livre: Forma 22">
              <a:extLst>
                <a:ext uri="{FF2B5EF4-FFF2-40B4-BE49-F238E27FC236}">
                  <a16:creationId xmlns:a16="http://schemas.microsoft.com/office/drawing/2014/main" id="{DD66573B-2D3C-09F2-710A-2A9B19362CED}"/>
                </a:ext>
              </a:extLst>
            </p:cNvPr>
            <p:cNvSpPr/>
            <p:nvPr/>
          </p:nvSpPr>
          <p:spPr>
            <a:xfrm>
              <a:off x="2298584" y="5213339"/>
              <a:ext cx="2042719" cy="10392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pic>
          <p:nvPicPr>
            <p:cNvPr id="22" name="Imagem 21">
              <a:extLst>
                <a:ext uri="{FF2B5EF4-FFF2-40B4-BE49-F238E27FC236}">
                  <a16:creationId xmlns:a16="http://schemas.microsoft.com/office/drawing/2014/main" id="{EFC42E71-8F1F-0EE5-069B-9C9C136E48F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541141" y="5384972"/>
              <a:ext cx="1581371" cy="695967"/>
            </a:xfrm>
            <a:prstGeom prst="rect">
              <a:avLst/>
            </a:prstGeom>
          </p:spPr>
        </p:pic>
      </p:grpSp>
      <p:sp>
        <p:nvSpPr>
          <p:cNvPr id="2" name="There are many variations of passages…">
            <a:extLst>
              <a:ext uri="{FF2B5EF4-FFF2-40B4-BE49-F238E27FC236}">
                <a16:creationId xmlns:a16="http://schemas.microsoft.com/office/drawing/2014/main" id="{25EE67AC-F73F-AE64-B53A-43B43EC79DA0}"/>
              </a:ext>
            </a:extLst>
          </p:cNvPr>
          <p:cNvSpPr txBox="1"/>
          <p:nvPr/>
        </p:nvSpPr>
        <p:spPr>
          <a:xfrm>
            <a:off x="590575" y="1858447"/>
            <a:ext cx="4459732" cy="223138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 numCol="1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>
                <a:latin typeface="Arial"/>
                <a:ea typeface="Arial"/>
                <a:cs typeface="Arial"/>
              </a:defRPr>
            </a:pPr>
            <a:r>
              <a:rPr kumimoji="0" lang="pt-BR" sz="2400" b="1" i="0" u="none" strike="noStrike" kern="1200" cap="none" spc="0" normalizeH="0" baseline="0" noProof="0" dirty="0">
                <a:ln>
                  <a:noFill/>
                </a:ln>
                <a:solidFill>
                  <a:srgbClr val="702B17"/>
                </a:solidFill>
                <a:effectLst/>
                <a:uLnTx/>
                <a:uFillTx/>
                <a:latin typeface="Arial"/>
                <a:cs typeface="Arial"/>
              </a:rPr>
              <a:t>Horário de Aplicação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>
                <a:latin typeface="Arial"/>
                <a:ea typeface="Arial"/>
                <a:cs typeface="Arial"/>
              </a:defRPr>
            </a:pPr>
            <a:endParaRPr kumimoji="0" lang="pt-BR" sz="200" b="1" i="0" u="none" strike="noStrike" kern="1200" cap="none" spc="0" normalizeH="0" baseline="0" noProof="0" dirty="0">
              <a:ln>
                <a:noFill/>
              </a:ln>
              <a:solidFill>
                <a:srgbClr val="702B17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>
                <a:latin typeface="Arial"/>
                <a:ea typeface="Arial"/>
                <a:cs typeface="Arial"/>
              </a:defRPr>
            </a:pPr>
            <a:endParaRPr kumimoji="0" lang="pt-BR" sz="1000" b="1" i="0" u="none" strike="noStrike" kern="1200" cap="none" spc="0" normalizeH="0" baseline="0" noProof="0" dirty="0">
              <a:ln>
                <a:noFill/>
              </a:ln>
              <a:solidFill>
                <a:srgbClr val="702B17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>
                <a:latin typeface="Arial"/>
                <a:ea typeface="Arial"/>
                <a:cs typeface="Arial"/>
              </a:defRPr>
            </a:pPr>
            <a:endParaRPr kumimoji="0" lang="pt-BR" sz="700" b="0" i="0" u="none" strike="noStrike" kern="1200" cap="none" spc="0" normalizeH="0" baseline="0" noProof="0" dirty="0">
              <a:ln>
                <a:noFill/>
              </a:ln>
              <a:solidFill>
                <a:srgbClr val="702B17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5E30"/>
              </a:buClr>
              <a:buSzTx/>
              <a:buFont typeface="Arial" panose="020B0604020202020204" pitchFamily="34" charset="0"/>
              <a:buChar char="•"/>
              <a:tabLst/>
              <a:defRPr sz="3200">
                <a:latin typeface="Arial"/>
                <a:ea typeface="Arial"/>
                <a:cs typeface="Arial"/>
              </a:defRPr>
            </a:pPr>
            <a:r>
              <a:rPr kumimoji="0" lang="pt-BR" sz="2400" b="1" i="0" u="none" strike="noStrike" kern="1200" cap="none" spc="0" normalizeH="0" baseline="0" noProof="0" dirty="0">
                <a:ln>
                  <a:noFill/>
                </a:ln>
                <a:solidFill>
                  <a:srgbClr val="702B17"/>
                </a:solidFill>
                <a:effectLst/>
                <a:uLnTx/>
                <a:uFillTx/>
                <a:latin typeface="Arial"/>
                <a:cs typeface="Arial"/>
              </a:rPr>
              <a:t>Diurno</a:t>
            </a:r>
            <a:r>
              <a:rPr kumimoji="0" lang="pt-BR" sz="2400" b="0" i="0" u="none" strike="noStrike" kern="1200" cap="none" spc="0" normalizeH="0" baseline="0" noProof="0" dirty="0">
                <a:ln>
                  <a:noFill/>
                </a:ln>
                <a:solidFill>
                  <a:srgbClr val="702B17"/>
                </a:solidFill>
                <a:effectLst/>
                <a:uLnTx/>
                <a:uFillTx/>
                <a:latin typeface="Arial"/>
                <a:cs typeface="Arial"/>
              </a:rPr>
              <a:t>:  8h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>
                <a:latin typeface="Arial"/>
                <a:ea typeface="Arial"/>
                <a:cs typeface="Arial"/>
              </a:defRPr>
            </a:pPr>
            <a:r>
              <a:rPr kumimoji="0" lang="pt-BR" sz="1600" b="0" i="1" u="none" strike="noStrike" kern="1200" cap="none" spc="0" normalizeH="0" baseline="0" noProof="0" dirty="0">
                <a:ln>
                  <a:noFill/>
                </a:ln>
                <a:solidFill>
                  <a:srgbClr val="F05E30"/>
                </a:solidFill>
                <a:effectLst/>
                <a:uLnTx/>
                <a:uFillTx/>
                <a:latin typeface="Arial"/>
                <a:cs typeface="Arial"/>
              </a:rPr>
              <a:t>(Disciplinas ofertadas entre às 7h10 até 18h20)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>
                <a:latin typeface="Arial"/>
                <a:ea typeface="Arial"/>
                <a:cs typeface="Arial"/>
              </a:defRPr>
            </a:pPr>
            <a:r>
              <a:rPr kumimoji="0" lang="pt-BR" sz="900" b="0" i="0" u="none" strike="noStrike" kern="1200" cap="none" spc="0" normalizeH="0" baseline="0" noProof="0" dirty="0">
                <a:ln>
                  <a:noFill/>
                </a:ln>
                <a:solidFill>
                  <a:srgbClr val="702B17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>
                <a:latin typeface="Arial"/>
                <a:ea typeface="Arial"/>
                <a:cs typeface="Arial"/>
              </a:defRPr>
            </a:pPr>
            <a:endParaRPr kumimoji="0" lang="pt-BR" sz="100" b="0" i="0" u="none" strike="noStrike" kern="1200" cap="none" spc="0" normalizeH="0" baseline="0" noProof="0" dirty="0">
              <a:ln>
                <a:noFill/>
              </a:ln>
              <a:solidFill>
                <a:srgbClr val="702B17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>
                <a:latin typeface="Arial"/>
                <a:ea typeface="Arial"/>
                <a:cs typeface="Arial"/>
              </a:defRPr>
            </a:pPr>
            <a:endParaRPr kumimoji="0" lang="pt-BR" sz="900" b="0" i="0" u="none" strike="noStrike" kern="1200" cap="none" spc="0" normalizeH="0" baseline="0" noProof="0" dirty="0">
              <a:ln>
                <a:noFill/>
              </a:ln>
              <a:solidFill>
                <a:srgbClr val="702B17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5E30"/>
              </a:buClr>
              <a:buSzTx/>
              <a:buFont typeface="Arial" panose="020B0604020202020204" pitchFamily="34" charset="0"/>
              <a:buChar char="•"/>
              <a:tabLst/>
              <a:defRPr sz="3200">
                <a:latin typeface="Arial"/>
                <a:ea typeface="Arial"/>
                <a:cs typeface="Arial"/>
              </a:defRPr>
            </a:pPr>
            <a:r>
              <a:rPr kumimoji="0" lang="pt-BR" sz="2400" b="1" i="0" u="none" strike="noStrike" kern="1200" cap="none" spc="0" normalizeH="0" baseline="0" noProof="0" dirty="0">
                <a:ln>
                  <a:noFill/>
                </a:ln>
                <a:solidFill>
                  <a:srgbClr val="702B17"/>
                </a:solidFill>
                <a:effectLst/>
                <a:uLnTx/>
                <a:uFillTx/>
                <a:latin typeface="Arial"/>
                <a:cs typeface="Arial"/>
              </a:rPr>
              <a:t>Noturno</a:t>
            </a:r>
            <a:r>
              <a:rPr kumimoji="0" lang="pt-BR" sz="2400" b="0" i="0" u="none" strike="noStrike" kern="1200" cap="none" spc="0" normalizeH="0" baseline="0" noProof="0" dirty="0">
                <a:ln>
                  <a:noFill/>
                </a:ln>
                <a:solidFill>
                  <a:srgbClr val="702B17"/>
                </a:solidFill>
                <a:effectLst/>
                <a:uLnTx/>
                <a:uFillTx/>
                <a:latin typeface="Arial"/>
                <a:cs typeface="Arial"/>
              </a:rPr>
              <a:t>: 18h30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>
                <a:latin typeface="Arial"/>
                <a:ea typeface="Arial"/>
                <a:cs typeface="Arial"/>
              </a:defRPr>
            </a:pPr>
            <a:r>
              <a:rPr kumimoji="0" lang="pt-BR" sz="1600" b="0" i="1" u="none" strike="noStrike" kern="1200" cap="none" spc="0" normalizeH="0" baseline="0" noProof="0" dirty="0">
                <a:ln>
                  <a:noFill/>
                </a:ln>
                <a:solidFill>
                  <a:srgbClr val="F05E30"/>
                </a:solidFill>
                <a:effectLst/>
                <a:uLnTx/>
                <a:uFillTx/>
                <a:latin typeface="Arial"/>
                <a:cs typeface="Arial"/>
              </a:rPr>
              <a:t>(Disciplinas ofertadas entre 18h30 e 22h)</a:t>
            </a:r>
          </a:p>
        </p:txBody>
      </p:sp>
      <p:grpSp>
        <p:nvGrpSpPr>
          <p:cNvPr id="25" name="Agrupar 24">
            <a:extLst>
              <a:ext uri="{FF2B5EF4-FFF2-40B4-BE49-F238E27FC236}">
                <a16:creationId xmlns:a16="http://schemas.microsoft.com/office/drawing/2014/main" id="{CC2258DA-70EE-6428-6E95-AD96CBA7E446}"/>
              </a:ext>
            </a:extLst>
          </p:cNvPr>
          <p:cNvGrpSpPr/>
          <p:nvPr/>
        </p:nvGrpSpPr>
        <p:grpSpPr>
          <a:xfrm>
            <a:off x="5118847" y="1504349"/>
            <a:ext cx="6558628" cy="2159240"/>
            <a:chOff x="448810" y="2628421"/>
            <a:chExt cx="6340179" cy="2159240"/>
          </a:xfrm>
        </p:grpSpPr>
        <p:sp>
          <p:nvSpPr>
            <p:cNvPr id="14" name="Retângulo 13">
              <a:extLst>
                <a:ext uri="{FF2B5EF4-FFF2-40B4-BE49-F238E27FC236}">
                  <a16:creationId xmlns:a16="http://schemas.microsoft.com/office/drawing/2014/main" id="{A286A192-530A-1592-9E6E-A530396F7B0D}"/>
                </a:ext>
              </a:extLst>
            </p:cNvPr>
            <p:cNvSpPr/>
            <p:nvPr/>
          </p:nvSpPr>
          <p:spPr>
            <a:xfrm>
              <a:off x="448810" y="2628421"/>
              <a:ext cx="6340179" cy="2159240"/>
            </a:xfrm>
            <a:prstGeom prst="rect">
              <a:avLst/>
            </a:prstGeom>
            <a:solidFill>
              <a:srgbClr val="F05E3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7" name="There are many variations of passages…">
              <a:extLst>
                <a:ext uri="{FF2B5EF4-FFF2-40B4-BE49-F238E27FC236}">
                  <a16:creationId xmlns:a16="http://schemas.microsoft.com/office/drawing/2014/main" id="{E5816D27-1B7C-0C21-3F45-0EDF3E7B28B0}"/>
                </a:ext>
              </a:extLst>
            </p:cNvPr>
            <p:cNvSpPr txBox="1"/>
            <p:nvPr/>
          </p:nvSpPr>
          <p:spPr>
            <a:xfrm>
              <a:off x="581524" y="2702129"/>
              <a:ext cx="6078068" cy="172354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200">
                  <a:latin typeface="Arial"/>
                  <a:ea typeface="Arial"/>
                  <a:cs typeface="Arial"/>
                </a:defRPr>
              </a:pPr>
              <a:r>
                <a:rPr kumimoji="0" lang="pt-BR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cs typeface="Arial"/>
                </a:rPr>
                <a:t>O aluno que não comparecer no dia da avaliação deverá abrir requerimento com o documento comprobatório de justificativa, em até </a:t>
              </a:r>
              <a:r>
                <a:rPr kumimoji="0" lang="pt-BR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cs typeface="Arial"/>
                </a:rPr>
                <a:t>48 horas corridas</a:t>
              </a:r>
              <a:r>
                <a:rPr kumimoji="0" lang="pt-BR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cs typeface="Arial"/>
                </a:rPr>
                <a:t>,</a:t>
              </a:r>
              <a:r>
                <a:rPr kumimoji="0" lang="pt-BR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cs typeface="Arial"/>
                </a:rPr>
                <a:t> </a:t>
              </a:r>
              <a:r>
                <a:rPr kumimoji="0" lang="pt-BR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cs typeface="Arial"/>
                </a:rPr>
                <a:t>após a aplicação da prova.</a:t>
              </a:r>
            </a:p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200">
                  <a:latin typeface="Arial"/>
                  <a:ea typeface="Arial"/>
                  <a:cs typeface="Arial"/>
                </a:defRPr>
              </a:pPr>
              <a:endParaRPr kumimoji="0" lang="pt-BR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Arial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200">
                  <a:latin typeface="Arial"/>
                  <a:ea typeface="Arial"/>
                  <a:cs typeface="Arial"/>
                </a:defRPr>
              </a:pPr>
              <a:r>
                <a:rPr kumimoji="0" lang="pt-BR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cs typeface="Arial"/>
                </a:rPr>
                <a:t>Estudantes que faltarem mais de uma avaliação, uma vez deferidos os requerimentos, realizará a </a:t>
              </a:r>
              <a:r>
                <a:rPr kumimoji="0" lang="pt-BR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cs typeface="Arial"/>
                </a:rPr>
                <a:t>Segunda Chamada Unificada </a:t>
              </a:r>
              <a:r>
                <a:rPr kumimoji="0" lang="pt-BR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cs typeface="Arial"/>
                </a:rPr>
                <a:t>e esta </a:t>
              </a:r>
              <a:r>
                <a:rPr kumimoji="0" lang="pt-BR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cs typeface="Arial"/>
                </a:rPr>
                <a:t>substituirá todas as unidades sem nota</a:t>
              </a:r>
              <a:r>
                <a:rPr kumimoji="0" lang="pt-BR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cs typeface="Arial"/>
                </a:rPr>
                <a:t>, exceto EDAG.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3231279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tângulo 40">
            <a:extLst>
              <a:ext uri="{FF2B5EF4-FFF2-40B4-BE49-F238E27FC236}">
                <a16:creationId xmlns:a16="http://schemas.microsoft.com/office/drawing/2014/main" id="{C0CF367A-6427-B343-9232-DABAB808E9BB}"/>
              </a:ext>
            </a:extLst>
          </p:cNvPr>
          <p:cNvSpPr/>
          <p:nvPr/>
        </p:nvSpPr>
        <p:spPr>
          <a:xfrm>
            <a:off x="303590" y="176099"/>
            <a:ext cx="3403581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400" b="0" i="0" u="none" strike="noStrike" kern="1200" cap="none" spc="300" normalizeH="0" baseline="0" noProof="0" dirty="0">
                <a:ln>
                  <a:noFill/>
                </a:ln>
                <a:solidFill>
                  <a:srgbClr val="015DA8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t>2ª chamada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600" b="1" i="0" u="none" strike="noStrike" kern="1200" cap="none" spc="300" normalizeH="0" baseline="0" noProof="0" dirty="0">
                <a:ln>
                  <a:noFill/>
                </a:ln>
                <a:solidFill>
                  <a:srgbClr val="015DA8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t>unificada</a:t>
            </a:r>
            <a:endParaRPr kumimoji="0" lang="pt-BR" sz="5400" b="1" i="0" u="none" strike="noStrike" kern="1200" cap="none" spc="300" normalizeH="0" baseline="0" noProof="0" dirty="0">
              <a:ln>
                <a:noFill/>
              </a:ln>
              <a:solidFill>
                <a:srgbClr val="015DA8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Shape">
            <a:extLst>
              <a:ext uri="{FF2B5EF4-FFF2-40B4-BE49-F238E27FC236}">
                <a16:creationId xmlns:a16="http://schemas.microsoft.com/office/drawing/2014/main" id="{E30C6856-C99D-4E2A-9CBA-1A59DFF3C63C}"/>
              </a:ext>
            </a:extLst>
          </p:cNvPr>
          <p:cNvSpPr/>
          <p:nvPr/>
        </p:nvSpPr>
        <p:spPr>
          <a:xfrm>
            <a:off x="3894540" y="1562475"/>
            <a:ext cx="2622228" cy="221308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057" y="12384"/>
                </a:moveTo>
                <a:cubicBezTo>
                  <a:pt x="18057" y="12384"/>
                  <a:pt x="18057" y="12384"/>
                  <a:pt x="18057" y="12384"/>
                </a:cubicBezTo>
                <a:cubicBezTo>
                  <a:pt x="15921" y="12384"/>
                  <a:pt x="14125" y="13306"/>
                  <a:pt x="12620" y="15091"/>
                </a:cubicBezTo>
                <a:cubicBezTo>
                  <a:pt x="11116" y="16819"/>
                  <a:pt x="10387" y="19008"/>
                  <a:pt x="10387" y="21485"/>
                </a:cubicBezTo>
                <a:cubicBezTo>
                  <a:pt x="10387" y="21542"/>
                  <a:pt x="10387" y="21600"/>
                  <a:pt x="10387" y="21600"/>
                </a:cubicBezTo>
                <a:cubicBezTo>
                  <a:pt x="7669" y="21600"/>
                  <a:pt x="7669" y="21600"/>
                  <a:pt x="7669" y="21600"/>
                </a:cubicBezTo>
                <a:cubicBezTo>
                  <a:pt x="7815" y="21485"/>
                  <a:pt x="7960" y="21370"/>
                  <a:pt x="8106" y="21197"/>
                </a:cubicBezTo>
                <a:cubicBezTo>
                  <a:pt x="8494" y="20736"/>
                  <a:pt x="8689" y="20218"/>
                  <a:pt x="8689" y="19584"/>
                </a:cubicBezTo>
                <a:cubicBezTo>
                  <a:pt x="8689" y="18893"/>
                  <a:pt x="8494" y="18374"/>
                  <a:pt x="8106" y="17914"/>
                </a:cubicBezTo>
                <a:cubicBezTo>
                  <a:pt x="7718" y="17453"/>
                  <a:pt x="7232" y="17222"/>
                  <a:pt x="6698" y="17222"/>
                </a:cubicBezTo>
                <a:cubicBezTo>
                  <a:pt x="6164" y="17222"/>
                  <a:pt x="5679" y="17453"/>
                  <a:pt x="5291" y="17914"/>
                </a:cubicBezTo>
                <a:cubicBezTo>
                  <a:pt x="4902" y="18374"/>
                  <a:pt x="4708" y="18893"/>
                  <a:pt x="4708" y="19584"/>
                </a:cubicBezTo>
                <a:cubicBezTo>
                  <a:pt x="4708" y="20218"/>
                  <a:pt x="4902" y="20736"/>
                  <a:pt x="5291" y="21197"/>
                </a:cubicBezTo>
                <a:cubicBezTo>
                  <a:pt x="5436" y="21370"/>
                  <a:pt x="5582" y="21485"/>
                  <a:pt x="5728" y="21600"/>
                </a:cubicBezTo>
                <a:cubicBezTo>
                  <a:pt x="2961" y="21600"/>
                  <a:pt x="2961" y="21600"/>
                  <a:pt x="2961" y="21600"/>
                </a:cubicBezTo>
                <a:cubicBezTo>
                  <a:pt x="2961" y="21542"/>
                  <a:pt x="2961" y="21542"/>
                  <a:pt x="2961" y="21485"/>
                </a:cubicBezTo>
                <a:cubicBezTo>
                  <a:pt x="2961" y="21370"/>
                  <a:pt x="2961" y="21254"/>
                  <a:pt x="2961" y="21139"/>
                </a:cubicBezTo>
                <a:cubicBezTo>
                  <a:pt x="2961" y="20678"/>
                  <a:pt x="3009" y="20160"/>
                  <a:pt x="3009" y="19699"/>
                </a:cubicBezTo>
                <a:cubicBezTo>
                  <a:pt x="0" y="17683"/>
                  <a:pt x="0" y="17683"/>
                  <a:pt x="0" y="17683"/>
                </a:cubicBezTo>
                <a:cubicBezTo>
                  <a:pt x="194" y="16416"/>
                  <a:pt x="437" y="15149"/>
                  <a:pt x="825" y="13997"/>
                </a:cubicBezTo>
                <a:cubicBezTo>
                  <a:pt x="4174" y="14227"/>
                  <a:pt x="4174" y="14227"/>
                  <a:pt x="4174" y="14227"/>
                </a:cubicBezTo>
                <a:cubicBezTo>
                  <a:pt x="4611" y="13075"/>
                  <a:pt x="5145" y="12038"/>
                  <a:pt x="5776" y="11002"/>
                </a:cubicBezTo>
                <a:cubicBezTo>
                  <a:pt x="4126" y="7315"/>
                  <a:pt x="4126" y="7315"/>
                  <a:pt x="4126" y="7315"/>
                </a:cubicBezTo>
                <a:cubicBezTo>
                  <a:pt x="4466" y="6912"/>
                  <a:pt x="4805" y="6451"/>
                  <a:pt x="5145" y="6048"/>
                </a:cubicBezTo>
                <a:cubicBezTo>
                  <a:pt x="5485" y="5645"/>
                  <a:pt x="5825" y="5242"/>
                  <a:pt x="6213" y="4838"/>
                </a:cubicBezTo>
                <a:cubicBezTo>
                  <a:pt x="9125" y="6912"/>
                  <a:pt x="9125" y="6912"/>
                  <a:pt x="9125" y="6912"/>
                </a:cubicBezTo>
                <a:cubicBezTo>
                  <a:pt x="9999" y="6163"/>
                  <a:pt x="10873" y="5530"/>
                  <a:pt x="11795" y="5069"/>
                </a:cubicBezTo>
                <a:cubicBezTo>
                  <a:pt x="11795" y="922"/>
                  <a:pt x="11795" y="922"/>
                  <a:pt x="11795" y="922"/>
                </a:cubicBezTo>
                <a:cubicBezTo>
                  <a:pt x="12717" y="518"/>
                  <a:pt x="13737" y="230"/>
                  <a:pt x="14707" y="0"/>
                </a:cubicBezTo>
                <a:cubicBezTo>
                  <a:pt x="16455" y="3571"/>
                  <a:pt x="16455" y="3571"/>
                  <a:pt x="16455" y="3571"/>
                </a:cubicBezTo>
                <a:cubicBezTo>
                  <a:pt x="16989" y="3514"/>
                  <a:pt x="17523" y="3456"/>
                  <a:pt x="18057" y="3456"/>
                </a:cubicBezTo>
                <a:cubicBezTo>
                  <a:pt x="18057" y="6970"/>
                  <a:pt x="18057" y="6970"/>
                  <a:pt x="18057" y="6970"/>
                </a:cubicBezTo>
                <a:cubicBezTo>
                  <a:pt x="18105" y="6854"/>
                  <a:pt x="18154" y="6797"/>
                  <a:pt x="18202" y="6739"/>
                </a:cubicBezTo>
                <a:cubicBezTo>
                  <a:pt x="18591" y="6278"/>
                  <a:pt x="19076" y="6048"/>
                  <a:pt x="19610" y="6048"/>
                </a:cubicBezTo>
                <a:cubicBezTo>
                  <a:pt x="20144" y="6048"/>
                  <a:pt x="20629" y="6278"/>
                  <a:pt x="21018" y="6739"/>
                </a:cubicBezTo>
                <a:cubicBezTo>
                  <a:pt x="21406" y="7200"/>
                  <a:pt x="21600" y="7718"/>
                  <a:pt x="21600" y="8352"/>
                </a:cubicBezTo>
                <a:cubicBezTo>
                  <a:pt x="21600" y="9043"/>
                  <a:pt x="21406" y="9562"/>
                  <a:pt x="21018" y="10022"/>
                </a:cubicBezTo>
                <a:cubicBezTo>
                  <a:pt x="20629" y="10483"/>
                  <a:pt x="20144" y="10714"/>
                  <a:pt x="19610" y="10714"/>
                </a:cubicBezTo>
                <a:cubicBezTo>
                  <a:pt x="19076" y="10714"/>
                  <a:pt x="18591" y="10483"/>
                  <a:pt x="18202" y="10022"/>
                </a:cubicBezTo>
                <a:cubicBezTo>
                  <a:pt x="18154" y="9965"/>
                  <a:pt x="18105" y="9907"/>
                  <a:pt x="18057" y="9792"/>
                </a:cubicBezTo>
                <a:lnTo>
                  <a:pt x="18057" y="12384"/>
                </a:lnTo>
                <a:close/>
              </a:path>
            </a:pathLst>
          </a:custGeom>
          <a:solidFill>
            <a:srgbClr val="F68E2F"/>
          </a:solidFill>
          <a:ln w="38100">
            <a:solidFill>
              <a:srgbClr val="FFFFFF"/>
            </a:solidFill>
          </a:ln>
        </p:spPr>
        <p:txBody>
          <a:bodyPr tIns="45720" bIns="4572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800">
                <a:latin typeface="Calibri"/>
                <a:ea typeface="Calibri"/>
                <a:cs typeface="Calibri"/>
                <a:sym typeface="Calibri"/>
              </a:defRPr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Shape">
            <a:extLst>
              <a:ext uri="{FF2B5EF4-FFF2-40B4-BE49-F238E27FC236}">
                <a16:creationId xmlns:a16="http://schemas.microsoft.com/office/drawing/2014/main" id="{9E6C3E0E-4C6E-4673-907C-AB2E8F47E6AA}"/>
              </a:ext>
            </a:extLst>
          </p:cNvPr>
          <p:cNvSpPr/>
          <p:nvPr/>
        </p:nvSpPr>
        <p:spPr>
          <a:xfrm>
            <a:off x="6086701" y="1555501"/>
            <a:ext cx="2203788" cy="263384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135" y="18210"/>
                </a:moveTo>
                <a:cubicBezTo>
                  <a:pt x="14785" y="18210"/>
                  <a:pt x="14785" y="18210"/>
                  <a:pt x="14785" y="18210"/>
                </a:cubicBezTo>
                <a:cubicBezTo>
                  <a:pt x="14785" y="18210"/>
                  <a:pt x="14843" y="18258"/>
                  <a:pt x="14843" y="18258"/>
                </a:cubicBezTo>
                <a:cubicBezTo>
                  <a:pt x="15305" y="18646"/>
                  <a:pt x="15536" y="19130"/>
                  <a:pt x="15536" y="19663"/>
                </a:cubicBezTo>
                <a:cubicBezTo>
                  <a:pt x="15536" y="20196"/>
                  <a:pt x="15305" y="20680"/>
                  <a:pt x="14843" y="21019"/>
                </a:cubicBezTo>
                <a:cubicBezTo>
                  <a:pt x="14381" y="21406"/>
                  <a:pt x="13861" y="21600"/>
                  <a:pt x="13168" y="21600"/>
                </a:cubicBezTo>
                <a:cubicBezTo>
                  <a:pt x="12533" y="21600"/>
                  <a:pt x="12013" y="21406"/>
                  <a:pt x="11551" y="21019"/>
                </a:cubicBezTo>
                <a:cubicBezTo>
                  <a:pt x="11089" y="20680"/>
                  <a:pt x="10858" y="20196"/>
                  <a:pt x="10858" y="19663"/>
                </a:cubicBezTo>
                <a:cubicBezTo>
                  <a:pt x="10858" y="19130"/>
                  <a:pt x="11089" y="18646"/>
                  <a:pt x="11551" y="18258"/>
                </a:cubicBezTo>
                <a:cubicBezTo>
                  <a:pt x="11551" y="18258"/>
                  <a:pt x="11551" y="18210"/>
                  <a:pt x="11551" y="18210"/>
                </a:cubicBezTo>
                <a:cubicBezTo>
                  <a:pt x="9125" y="18210"/>
                  <a:pt x="9125" y="18210"/>
                  <a:pt x="9125" y="18210"/>
                </a:cubicBezTo>
                <a:cubicBezTo>
                  <a:pt x="9125" y="18210"/>
                  <a:pt x="9125" y="18161"/>
                  <a:pt x="9125" y="18113"/>
                </a:cubicBezTo>
                <a:cubicBezTo>
                  <a:pt x="9125" y="16030"/>
                  <a:pt x="8201" y="14190"/>
                  <a:pt x="6411" y="12737"/>
                </a:cubicBezTo>
                <a:cubicBezTo>
                  <a:pt x="4678" y="11236"/>
                  <a:pt x="2483" y="10461"/>
                  <a:pt x="0" y="10461"/>
                </a:cubicBezTo>
                <a:cubicBezTo>
                  <a:pt x="0" y="8282"/>
                  <a:pt x="0" y="8282"/>
                  <a:pt x="0" y="8282"/>
                </a:cubicBezTo>
                <a:cubicBezTo>
                  <a:pt x="58" y="8378"/>
                  <a:pt x="116" y="8427"/>
                  <a:pt x="173" y="8475"/>
                </a:cubicBezTo>
                <a:cubicBezTo>
                  <a:pt x="635" y="8863"/>
                  <a:pt x="1213" y="9057"/>
                  <a:pt x="1848" y="9057"/>
                </a:cubicBezTo>
                <a:cubicBezTo>
                  <a:pt x="2483" y="9057"/>
                  <a:pt x="3061" y="8863"/>
                  <a:pt x="3523" y="8475"/>
                </a:cubicBezTo>
                <a:cubicBezTo>
                  <a:pt x="3985" y="8088"/>
                  <a:pt x="4216" y="7652"/>
                  <a:pt x="4216" y="7071"/>
                </a:cubicBezTo>
                <a:cubicBezTo>
                  <a:pt x="4216" y="6538"/>
                  <a:pt x="3985" y="6102"/>
                  <a:pt x="3523" y="5715"/>
                </a:cubicBezTo>
                <a:cubicBezTo>
                  <a:pt x="3061" y="5327"/>
                  <a:pt x="2483" y="5134"/>
                  <a:pt x="1848" y="5134"/>
                </a:cubicBezTo>
                <a:cubicBezTo>
                  <a:pt x="1213" y="5134"/>
                  <a:pt x="635" y="5327"/>
                  <a:pt x="173" y="5715"/>
                </a:cubicBezTo>
                <a:cubicBezTo>
                  <a:pt x="116" y="5763"/>
                  <a:pt x="58" y="5812"/>
                  <a:pt x="0" y="5909"/>
                </a:cubicBezTo>
                <a:cubicBezTo>
                  <a:pt x="0" y="2954"/>
                  <a:pt x="0" y="2954"/>
                  <a:pt x="0" y="2954"/>
                </a:cubicBezTo>
                <a:cubicBezTo>
                  <a:pt x="58" y="2954"/>
                  <a:pt x="58" y="2954"/>
                  <a:pt x="116" y="2954"/>
                </a:cubicBezTo>
                <a:cubicBezTo>
                  <a:pt x="693" y="2954"/>
                  <a:pt x="1271" y="2954"/>
                  <a:pt x="1848" y="3003"/>
                </a:cubicBezTo>
                <a:cubicBezTo>
                  <a:pt x="3870" y="0"/>
                  <a:pt x="3870" y="0"/>
                  <a:pt x="3870" y="0"/>
                </a:cubicBezTo>
                <a:cubicBezTo>
                  <a:pt x="5025" y="194"/>
                  <a:pt x="6180" y="387"/>
                  <a:pt x="7277" y="726"/>
                </a:cubicBezTo>
                <a:cubicBezTo>
                  <a:pt x="7277" y="4165"/>
                  <a:pt x="7277" y="4165"/>
                  <a:pt x="7277" y="4165"/>
                </a:cubicBezTo>
                <a:cubicBezTo>
                  <a:pt x="8490" y="4601"/>
                  <a:pt x="9645" y="5134"/>
                  <a:pt x="10742" y="5812"/>
                </a:cubicBezTo>
                <a:cubicBezTo>
                  <a:pt x="14207" y="4068"/>
                  <a:pt x="14207" y="4068"/>
                  <a:pt x="14207" y="4068"/>
                </a:cubicBezTo>
                <a:cubicBezTo>
                  <a:pt x="14670" y="4407"/>
                  <a:pt x="15132" y="4746"/>
                  <a:pt x="15594" y="5134"/>
                </a:cubicBezTo>
                <a:cubicBezTo>
                  <a:pt x="15940" y="5473"/>
                  <a:pt x="16287" y="5763"/>
                  <a:pt x="16633" y="6102"/>
                </a:cubicBezTo>
                <a:cubicBezTo>
                  <a:pt x="14554" y="9008"/>
                  <a:pt x="14554" y="9008"/>
                  <a:pt x="14554" y="9008"/>
                </a:cubicBezTo>
                <a:cubicBezTo>
                  <a:pt x="15363" y="9880"/>
                  <a:pt x="16056" y="10848"/>
                  <a:pt x="16633" y="11817"/>
                </a:cubicBezTo>
                <a:cubicBezTo>
                  <a:pt x="20734" y="11817"/>
                  <a:pt x="20734" y="11817"/>
                  <a:pt x="20734" y="11817"/>
                </a:cubicBezTo>
                <a:cubicBezTo>
                  <a:pt x="21080" y="12737"/>
                  <a:pt x="21369" y="13657"/>
                  <a:pt x="21600" y="14578"/>
                </a:cubicBezTo>
                <a:cubicBezTo>
                  <a:pt x="18077" y="16515"/>
                  <a:pt x="18077" y="16515"/>
                  <a:pt x="18077" y="16515"/>
                </a:cubicBezTo>
                <a:cubicBezTo>
                  <a:pt x="18135" y="17048"/>
                  <a:pt x="18135" y="17580"/>
                  <a:pt x="18135" y="18113"/>
                </a:cubicBezTo>
                <a:cubicBezTo>
                  <a:pt x="18135" y="18161"/>
                  <a:pt x="18135" y="18161"/>
                  <a:pt x="18135" y="18210"/>
                </a:cubicBezTo>
                <a:close/>
              </a:path>
            </a:pathLst>
          </a:custGeom>
          <a:solidFill>
            <a:srgbClr val="F8DD8C"/>
          </a:solidFill>
          <a:ln w="38100">
            <a:solidFill>
              <a:srgbClr val="FFFFFF"/>
            </a:solidFill>
          </a:ln>
        </p:spPr>
        <p:txBody>
          <a:bodyPr tIns="45720" bIns="4572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800">
                <a:latin typeface="Calibri"/>
                <a:ea typeface="Calibri"/>
                <a:cs typeface="Calibri"/>
                <a:sym typeface="Calibri"/>
              </a:defRPr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Shape">
            <a:extLst>
              <a:ext uri="{FF2B5EF4-FFF2-40B4-BE49-F238E27FC236}">
                <a16:creationId xmlns:a16="http://schemas.microsoft.com/office/drawing/2014/main" id="{DC9938BB-5EFD-4778-986B-AE8517381129}"/>
              </a:ext>
            </a:extLst>
          </p:cNvPr>
          <p:cNvSpPr/>
          <p:nvPr/>
        </p:nvSpPr>
        <p:spPr>
          <a:xfrm>
            <a:off x="5649665" y="3775559"/>
            <a:ext cx="2647800" cy="219216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3560" y="9082"/>
                </a:moveTo>
                <a:cubicBezTo>
                  <a:pt x="5629" y="9082"/>
                  <a:pt x="7457" y="8209"/>
                  <a:pt x="8900" y="6404"/>
                </a:cubicBezTo>
                <a:cubicBezTo>
                  <a:pt x="10391" y="4658"/>
                  <a:pt x="11113" y="2504"/>
                  <a:pt x="11161" y="0"/>
                </a:cubicBezTo>
                <a:cubicBezTo>
                  <a:pt x="13181" y="0"/>
                  <a:pt x="13181" y="0"/>
                  <a:pt x="13181" y="0"/>
                </a:cubicBezTo>
                <a:cubicBezTo>
                  <a:pt x="13181" y="0"/>
                  <a:pt x="13181" y="58"/>
                  <a:pt x="13181" y="58"/>
                </a:cubicBezTo>
                <a:cubicBezTo>
                  <a:pt x="12796" y="524"/>
                  <a:pt x="12604" y="1106"/>
                  <a:pt x="12604" y="1747"/>
                </a:cubicBezTo>
                <a:cubicBezTo>
                  <a:pt x="12604" y="2387"/>
                  <a:pt x="12796" y="2969"/>
                  <a:pt x="13181" y="3377"/>
                </a:cubicBezTo>
                <a:cubicBezTo>
                  <a:pt x="13566" y="3843"/>
                  <a:pt x="13999" y="4075"/>
                  <a:pt x="14528" y="4075"/>
                </a:cubicBezTo>
                <a:cubicBezTo>
                  <a:pt x="15106" y="4075"/>
                  <a:pt x="15539" y="3843"/>
                  <a:pt x="15923" y="3377"/>
                </a:cubicBezTo>
                <a:cubicBezTo>
                  <a:pt x="16308" y="2969"/>
                  <a:pt x="16501" y="2387"/>
                  <a:pt x="16501" y="1747"/>
                </a:cubicBezTo>
                <a:cubicBezTo>
                  <a:pt x="16501" y="1106"/>
                  <a:pt x="16308" y="524"/>
                  <a:pt x="15923" y="58"/>
                </a:cubicBezTo>
                <a:cubicBezTo>
                  <a:pt x="15923" y="58"/>
                  <a:pt x="15875" y="0"/>
                  <a:pt x="15875" y="0"/>
                </a:cubicBezTo>
                <a:cubicBezTo>
                  <a:pt x="18665" y="0"/>
                  <a:pt x="18665" y="0"/>
                  <a:pt x="18665" y="0"/>
                </a:cubicBezTo>
                <a:cubicBezTo>
                  <a:pt x="18665" y="640"/>
                  <a:pt x="18665" y="1281"/>
                  <a:pt x="18617" y="1863"/>
                </a:cubicBezTo>
                <a:cubicBezTo>
                  <a:pt x="21600" y="3843"/>
                  <a:pt x="21600" y="3843"/>
                  <a:pt x="21600" y="3843"/>
                </a:cubicBezTo>
                <a:cubicBezTo>
                  <a:pt x="21456" y="4949"/>
                  <a:pt x="21215" y="5997"/>
                  <a:pt x="20927" y="7045"/>
                </a:cubicBezTo>
                <a:cubicBezTo>
                  <a:pt x="17415" y="7278"/>
                  <a:pt x="17415" y="7278"/>
                  <a:pt x="17415" y="7278"/>
                </a:cubicBezTo>
                <a:cubicBezTo>
                  <a:pt x="16982" y="8442"/>
                  <a:pt x="16453" y="9548"/>
                  <a:pt x="15779" y="10654"/>
                </a:cubicBezTo>
                <a:cubicBezTo>
                  <a:pt x="17559" y="14148"/>
                  <a:pt x="17559" y="14148"/>
                  <a:pt x="17559" y="14148"/>
                </a:cubicBezTo>
                <a:cubicBezTo>
                  <a:pt x="17222" y="14613"/>
                  <a:pt x="16886" y="15021"/>
                  <a:pt x="16549" y="15487"/>
                </a:cubicBezTo>
                <a:cubicBezTo>
                  <a:pt x="16164" y="15894"/>
                  <a:pt x="15827" y="16302"/>
                  <a:pt x="15442" y="16709"/>
                </a:cubicBezTo>
                <a:cubicBezTo>
                  <a:pt x="12508" y="14613"/>
                  <a:pt x="12508" y="14613"/>
                  <a:pt x="12508" y="14613"/>
                </a:cubicBezTo>
                <a:cubicBezTo>
                  <a:pt x="11594" y="15429"/>
                  <a:pt x="10680" y="16069"/>
                  <a:pt x="9718" y="16593"/>
                </a:cubicBezTo>
                <a:cubicBezTo>
                  <a:pt x="9718" y="20727"/>
                  <a:pt x="9718" y="20727"/>
                  <a:pt x="9718" y="20727"/>
                </a:cubicBezTo>
                <a:cubicBezTo>
                  <a:pt x="8804" y="21134"/>
                  <a:pt x="7890" y="21425"/>
                  <a:pt x="6927" y="21600"/>
                </a:cubicBezTo>
                <a:cubicBezTo>
                  <a:pt x="5196" y="17990"/>
                  <a:pt x="5196" y="17990"/>
                  <a:pt x="5196" y="17990"/>
                </a:cubicBezTo>
                <a:cubicBezTo>
                  <a:pt x="4666" y="18049"/>
                  <a:pt x="4137" y="18107"/>
                  <a:pt x="3656" y="18107"/>
                </a:cubicBezTo>
                <a:cubicBezTo>
                  <a:pt x="3608" y="18107"/>
                  <a:pt x="3608" y="18107"/>
                  <a:pt x="3560" y="18107"/>
                </a:cubicBezTo>
                <a:cubicBezTo>
                  <a:pt x="3560" y="14439"/>
                  <a:pt x="3560" y="14439"/>
                  <a:pt x="3560" y="14439"/>
                </a:cubicBezTo>
                <a:cubicBezTo>
                  <a:pt x="3512" y="14555"/>
                  <a:pt x="3416" y="14672"/>
                  <a:pt x="3319" y="14788"/>
                </a:cubicBezTo>
                <a:cubicBezTo>
                  <a:pt x="2935" y="15254"/>
                  <a:pt x="2453" y="15487"/>
                  <a:pt x="1924" y="15487"/>
                </a:cubicBezTo>
                <a:cubicBezTo>
                  <a:pt x="1395" y="15487"/>
                  <a:pt x="914" y="15254"/>
                  <a:pt x="529" y="14788"/>
                </a:cubicBezTo>
                <a:cubicBezTo>
                  <a:pt x="192" y="14381"/>
                  <a:pt x="0" y="13798"/>
                  <a:pt x="0" y="13158"/>
                </a:cubicBezTo>
                <a:cubicBezTo>
                  <a:pt x="0" y="12518"/>
                  <a:pt x="192" y="11935"/>
                  <a:pt x="529" y="11470"/>
                </a:cubicBezTo>
                <a:cubicBezTo>
                  <a:pt x="914" y="11004"/>
                  <a:pt x="1395" y="10771"/>
                  <a:pt x="1924" y="10771"/>
                </a:cubicBezTo>
                <a:cubicBezTo>
                  <a:pt x="2453" y="10771"/>
                  <a:pt x="2935" y="11004"/>
                  <a:pt x="3319" y="11470"/>
                </a:cubicBezTo>
                <a:cubicBezTo>
                  <a:pt x="3416" y="11586"/>
                  <a:pt x="3512" y="11702"/>
                  <a:pt x="3560" y="11819"/>
                </a:cubicBezTo>
                <a:lnTo>
                  <a:pt x="3560" y="9082"/>
                </a:lnTo>
                <a:close/>
              </a:path>
            </a:pathLst>
          </a:custGeom>
          <a:solidFill>
            <a:srgbClr val="F68E2F"/>
          </a:solidFill>
          <a:ln w="38100">
            <a:solidFill>
              <a:srgbClr val="FFFFFF"/>
            </a:solidFill>
          </a:ln>
        </p:spPr>
        <p:txBody>
          <a:bodyPr tIns="45720" bIns="4572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800">
                <a:latin typeface="Calibri"/>
                <a:ea typeface="Calibri"/>
                <a:cs typeface="Calibri"/>
                <a:sym typeface="Calibri"/>
              </a:defRPr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Shape">
            <a:extLst>
              <a:ext uri="{FF2B5EF4-FFF2-40B4-BE49-F238E27FC236}">
                <a16:creationId xmlns:a16="http://schemas.microsoft.com/office/drawing/2014/main" id="{0332B64E-9125-4C95-922A-CC1FD8C04EA7}"/>
              </a:ext>
            </a:extLst>
          </p:cNvPr>
          <p:cNvSpPr/>
          <p:nvPr/>
        </p:nvSpPr>
        <p:spPr>
          <a:xfrm>
            <a:off x="3894541" y="3326898"/>
            <a:ext cx="2192165" cy="263384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11236"/>
                </a:moveTo>
                <a:cubicBezTo>
                  <a:pt x="21600" y="13512"/>
                  <a:pt x="21600" y="13512"/>
                  <a:pt x="21600" y="13512"/>
                </a:cubicBezTo>
                <a:cubicBezTo>
                  <a:pt x="21542" y="13415"/>
                  <a:pt x="21426" y="13318"/>
                  <a:pt x="21310" y="13222"/>
                </a:cubicBezTo>
                <a:cubicBezTo>
                  <a:pt x="20845" y="12834"/>
                  <a:pt x="20265" y="12640"/>
                  <a:pt x="19626" y="12640"/>
                </a:cubicBezTo>
                <a:cubicBezTo>
                  <a:pt x="18987" y="12640"/>
                  <a:pt x="18406" y="12834"/>
                  <a:pt x="17942" y="13222"/>
                </a:cubicBezTo>
                <a:cubicBezTo>
                  <a:pt x="17535" y="13609"/>
                  <a:pt x="17303" y="14093"/>
                  <a:pt x="17303" y="14626"/>
                </a:cubicBezTo>
                <a:cubicBezTo>
                  <a:pt x="17303" y="15159"/>
                  <a:pt x="17535" y="15643"/>
                  <a:pt x="17942" y="15982"/>
                </a:cubicBezTo>
                <a:cubicBezTo>
                  <a:pt x="18406" y="16370"/>
                  <a:pt x="18987" y="16563"/>
                  <a:pt x="19626" y="16563"/>
                </a:cubicBezTo>
                <a:cubicBezTo>
                  <a:pt x="20265" y="16563"/>
                  <a:pt x="20845" y="16370"/>
                  <a:pt x="21310" y="15982"/>
                </a:cubicBezTo>
                <a:cubicBezTo>
                  <a:pt x="21426" y="15885"/>
                  <a:pt x="21542" y="15788"/>
                  <a:pt x="21600" y="15691"/>
                </a:cubicBezTo>
                <a:cubicBezTo>
                  <a:pt x="21600" y="18743"/>
                  <a:pt x="21600" y="18743"/>
                  <a:pt x="21600" y="18743"/>
                </a:cubicBezTo>
                <a:cubicBezTo>
                  <a:pt x="20961" y="18743"/>
                  <a:pt x="20381" y="18694"/>
                  <a:pt x="19742" y="18646"/>
                </a:cubicBezTo>
                <a:cubicBezTo>
                  <a:pt x="17535" y="21600"/>
                  <a:pt x="17535" y="21600"/>
                  <a:pt x="17535" y="21600"/>
                </a:cubicBezTo>
                <a:cubicBezTo>
                  <a:pt x="16316" y="21455"/>
                  <a:pt x="15155" y="21164"/>
                  <a:pt x="14052" y="20825"/>
                </a:cubicBezTo>
                <a:cubicBezTo>
                  <a:pt x="14342" y="17483"/>
                  <a:pt x="14342" y="17483"/>
                  <a:pt x="14342" y="17483"/>
                </a:cubicBezTo>
                <a:cubicBezTo>
                  <a:pt x="13065" y="16999"/>
                  <a:pt x="11845" y="16370"/>
                  <a:pt x="10684" y="15643"/>
                </a:cubicBezTo>
                <a:cubicBezTo>
                  <a:pt x="7490" y="17580"/>
                  <a:pt x="7490" y="17580"/>
                  <a:pt x="7490" y="17580"/>
                </a:cubicBezTo>
                <a:cubicBezTo>
                  <a:pt x="7026" y="17241"/>
                  <a:pt x="6561" y="16902"/>
                  <a:pt x="6155" y="16563"/>
                </a:cubicBezTo>
                <a:cubicBezTo>
                  <a:pt x="5632" y="16127"/>
                  <a:pt x="5168" y="15740"/>
                  <a:pt x="4761" y="15304"/>
                </a:cubicBezTo>
                <a:cubicBezTo>
                  <a:pt x="6852" y="12301"/>
                  <a:pt x="6852" y="12301"/>
                  <a:pt x="6852" y="12301"/>
                </a:cubicBezTo>
                <a:cubicBezTo>
                  <a:pt x="6097" y="11478"/>
                  <a:pt x="5516" y="10606"/>
                  <a:pt x="4994" y="9638"/>
                </a:cubicBezTo>
                <a:cubicBezTo>
                  <a:pt x="871" y="9638"/>
                  <a:pt x="871" y="9638"/>
                  <a:pt x="871" y="9638"/>
                </a:cubicBezTo>
                <a:cubicBezTo>
                  <a:pt x="465" y="8717"/>
                  <a:pt x="232" y="7797"/>
                  <a:pt x="0" y="6829"/>
                </a:cubicBezTo>
                <a:cubicBezTo>
                  <a:pt x="3600" y="5037"/>
                  <a:pt x="3600" y="5037"/>
                  <a:pt x="3600" y="5037"/>
                </a:cubicBezTo>
                <a:cubicBezTo>
                  <a:pt x="3600" y="4746"/>
                  <a:pt x="3542" y="4407"/>
                  <a:pt x="3542" y="4068"/>
                </a:cubicBezTo>
                <a:cubicBezTo>
                  <a:pt x="3542" y="3971"/>
                  <a:pt x="3542" y="3826"/>
                  <a:pt x="3542" y="3681"/>
                </a:cubicBezTo>
                <a:cubicBezTo>
                  <a:pt x="6852" y="3681"/>
                  <a:pt x="6852" y="3681"/>
                  <a:pt x="6852" y="3681"/>
                </a:cubicBezTo>
                <a:cubicBezTo>
                  <a:pt x="6677" y="3584"/>
                  <a:pt x="6503" y="3487"/>
                  <a:pt x="6329" y="3342"/>
                </a:cubicBezTo>
                <a:cubicBezTo>
                  <a:pt x="5865" y="2954"/>
                  <a:pt x="5632" y="2518"/>
                  <a:pt x="5632" y="1986"/>
                </a:cubicBezTo>
                <a:cubicBezTo>
                  <a:pt x="5632" y="1404"/>
                  <a:pt x="5865" y="969"/>
                  <a:pt x="6329" y="581"/>
                </a:cubicBezTo>
                <a:cubicBezTo>
                  <a:pt x="6794" y="194"/>
                  <a:pt x="7374" y="0"/>
                  <a:pt x="8013" y="0"/>
                </a:cubicBezTo>
                <a:cubicBezTo>
                  <a:pt x="8652" y="0"/>
                  <a:pt x="9232" y="194"/>
                  <a:pt x="9697" y="581"/>
                </a:cubicBezTo>
                <a:cubicBezTo>
                  <a:pt x="10161" y="969"/>
                  <a:pt x="10394" y="1404"/>
                  <a:pt x="10394" y="1986"/>
                </a:cubicBezTo>
                <a:cubicBezTo>
                  <a:pt x="10394" y="2518"/>
                  <a:pt x="10161" y="2954"/>
                  <a:pt x="9697" y="3342"/>
                </a:cubicBezTo>
                <a:cubicBezTo>
                  <a:pt x="9523" y="3487"/>
                  <a:pt x="9348" y="3584"/>
                  <a:pt x="9174" y="3681"/>
                </a:cubicBezTo>
                <a:cubicBezTo>
                  <a:pt x="12426" y="3681"/>
                  <a:pt x="12426" y="3681"/>
                  <a:pt x="12426" y="3681"/>
                </a:cubicBezTo>
                <a:cubicBezTo>
                  <a:pt x="12426" y="5763"/>
                  <a:pt x="13297" y="7555"/>
                  <a:pt x="15097" y="9008"/>
                </a:cubicBezTo>
                <a:cubicBezTo>
                  <a:pt x="16897" y="10509"/>
                  <a:pt x="19045" y="11236"/>
                  <a:pt x="21600" y="11236"/>
                </a:cubicBezTo>
                <a:cubicBezTo>
                  <a:pt x="21600" y="11236"/>
                  <a:pt x="21600" y="11236"/>
                  <a:pt x="21600" y="11236"/>
                </a:cubicBezTo>
                <a:close/>
              </a:path>
            </a:pathLst>
          </a:custGeom>
          <a:solidFill>
            <a:srgbClr val="F8DD8C"/>
          </a:solidFill>
          <a:ln w="38100">
            <a:solidFill>
              <a:srgbClr val="FFFFFF"/>
            </a:solidFill>
          </a:ln>
        </p:spPr>
        <p:txBody>
          <a:bodyPr tIns="45720" bIns="4572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800">
                <a:latin typeface="Calibri"/>
                <a:ea typeface="Calibri"/>
                <a:cs typeface="Calibri"/>
                <a:sym typeface="Calibri"/>
              </a:defRPr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There are many variations of passages…">
            <a:extLst>
              <a:ext uri="{FF2B5EF4-FFF2-40B4-BE49-F238E27FC236}">
                <a16:creationId xmlns:a16="http://schemas.microsoft.com/office/drawing/2014/main" id="{21E96976-9165-4BF3-BC6C-EDBDAAA1FBF8}"/>
              </a:ext>
            </a:extLst>
          </p:cNvPr>
          <p:cNvSpPr txBox="1"/>
          <p:nvPr/>
        </p:nvSpPr>
        <p:spPr>
          <a:xfrm>
            <a:off x="357952" y="1719224"/>
            <a:ext cx="3868203" cy="123110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 numCol="1" anchor="t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>
                <a:latin typeface="Arial"/>
                <a:ea typeface="Arial"/>
                <a:cs typeface="Arial"/>
              </a:defRPr>
            </a:pPr>
            <a:r>
              <a:rPr kumimoji="0" lang="pt-BR" sz="1600" b="0" i="0" u="none" strike="noStrike" kern="1200" cap="none" spc="0" normalizeH="0" baseline="0" noProof="0" dirty="0">
                <a:ln>
                  <a:noFill/>
                </a:ln>
                <a:solidFill>
                  <a:srgbClr val="000024"/>
                </a:solidFill>
                <a:effectLst/>
                <a:uLnTx/>
                <a:uFillTx/>
                <a:latin typeface="Arial"/>
                <a:cs typeface="Arial"/>
              </a:rPr>
              <a:t>Avaliação de </a:t>
            </a:r>
            <a:r>
              <a:rPr kumimoji="0" lang="pt-BR" sz="1600" b="1" i="0" u="none" strike="noStrike" kern="1200" cap="none" spc="0" normalizeH="0" baseline="0" noProof="0" dirty="0">
                <a:ln>
                  <a:noFill/>
                </a:ln>
                <a:solidFill>
                  <a:srgbClr val="000024"/>
                </a:solidFill>
                <a:effectLst/>
                <a:uLnTx/>
                <a:uFillTx/>
                <a:latin typeface="Arial"/>
                <a:cs typeface="Arial"/>
              </a:rPr>
              <a:t>Segunda Chamada Unificada </a:t>
            </a:r>
            <a:r>
              <a:rPr kumimoji="0" lang="pt-BR" sz="1600" b="0" i="0" u="none" strike="noStrike" kern="1200" cap="none" spc="0" normalizeH="0" baseline="0" noProof="0" dirty="0">
                <a:ln>
                  <a:noFill/>
                </a:ln>
                <a:solidFill>
                  <a:srgbClr val="000024"/>
                </a:solidFill>
                <a:effectLst/>
                <a:uLnTx/>
                <a:uFillTx/>
                <a:latin typeface="Arial"/>
                <a:cs typeface="Arial"/>
              </a:rPr>
              <a:t>contempla </a:t>
            </a:r>
            <a:r>
              <a:rPr kumimoji="0" lang="pt-BR" sz="1600" b="1" i="0" u="none" strike="noStrike" kern="1200" cap="none" spc="0" normalizeH="0" baseline="0" noProof="0" dirty="0">
                <a:ln>
                  <a:noFill/>
                </a:ln>
                <a:solidFill>
                  <a:srgbClr val="000024"/>
                </a:solidFill>
                <a:effectLst/>
                <a:uLnTx/>
                <a:uFillTx/>
                <a:latin typeface="Arial"/>
                <a:cs typeface="Arial"/>
              </a:rPr>
              <a:t>todas as competências desenvolvidas ao longo da disciplina</a:t>
            </a:r>
            <a:r>
              <a:rPr kumimoji="0" lang="pt-BR" sz="1600" b="0" i="0" u="none" strike="noStrike" kern="1200" cap="none" spc="0" normalizeH="0" baseline="0" noProof="0" dirty="0">
                <a:ln>
                  <a:noFill/>
                </a:ln>
                <a:solidFill>
                  <a:srgbClr val="000024"/>
                </a:solidFill>
                <a:effectLst/>
                <a:uLnTx/>
                <a:uFillTx/>
                <a:latin typeface="Arial"/>
                <a:cs typeface="Arial"/>
              </a:rPr>
              <a:t>, independente da avaliação na qual o estudante se ausentou.</a:t>
            </a:r>
          </a:p>
        </p:txBody>
      </p:sp>
      <p:sp>
        <p:nvSpPr>
          <p:cNvPr id="15" name="There are many variations of passages…">
            <a:extLst>
              <a:ext uri="{FF2B5EF4-FFF2-40B4-BE49-F238E27FC236}">
                <a16:creationId xmlns:a16="http://schemas.microsoft.com/office/drawing/2014/main" id="{7736DD45-D864-4EBF-8E30-B07C357D5485}"/>
              </a:ext>
            </a:extLst>
          </p:cNvPr>
          <p:cNvSpPr txBox="1"/>
          <p:nvPr/>
        </p:nvSpPr>
        <p:spPr>
          <a:xfrm>
            <a:off x="7841830" y="1584988"/>
            <a:ext cx="3868203" cy="123110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 numCol="1" anchor="t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>
                <a:latin typeface="Arial"/>
                <a:ea typeface="Arial"/>
                <a:cs typeface="Arial"/>
              </a:defRPr>
            </a:pPr>
            <a:r>
              <a:rPr kumimoji="0" lang="pt-BR" sz="1600" b="0" i="0" u="none" strike="noStrike" kern="1200" cap="none" spc="0" normalizeH="0" baseline="0" noProof="0" dirty="0">
                <a:ln>
                  <a:noFill/>
                </a:ln>
                <a:solidFill>
                  <a:srgbClr val="000024"/>
                </a:solidFill>
                <a:effectLst/>
                <a:uLnTx/>
                <a:uFillTx/>
                <a:latin typeface="Arial"/>
                <a:cs typeface="Arial"/>
              </a:rPr>
              <a:t>Após aprovação do requerimento, a avaliação de </a:t>
            </a:r>
            <a:r>
              <a:rPr kumimoji="0" lang="pt-BR" sz="1600" b="1" i="0" u="none" strike="noStrike" kern="1200" cap="none" spc="0" normalizeH="0" baseline="0" noProof="0" dirty="0">
                <a:ln>
                  <a:noFill/>
                </a:ln>
                <a:solidFill>
                  <a:srgbClr val="000024"/>
                </a:solidFill>
                <a:effectLst/>
                <a:uLnTx/>
                <a:uFillTx/>
                <a:latin typeface="Arial"/>
                <a:cs typeface="Arial"/>
              </a:rPr>
              <a:t>Segunda Chamada Unificada </a:t>
            </a:r>
            <a:r>
              <a:rPr kumimoji="0" lang="pt-BR" sz="1600" b="0" i="0" u="none" strike="noStrike" kern="1200" cap="none" spc="0" normalizeH="0" baseline="0" noProof="0" dirty="0">
                <a:ln>
                  <a:noFill/>
                </a:ln>
                <a:solidFill>
                  <a:srgbClr val="000024"/>
                </a:solidFill>
                <a:effectLst/>
                <a:uLnTx/>
                <a:uFillTx/>
                <a:latin typeface="Arial"/>
                <a:cs typeface="Arial"/>
              </a:rPr>
              <a:t>será aplicada </a:t>
            </a:r>
            <a:r>
              <a:rPr kumimoji="0" lang="pt-BR" sz="1600" b="1" i="0" u="none" strike="noStrike" kern="1200" cap="none" spc="0" normalizeH="0" baseline="0" noProof="0" dirty="0">
                <a:ln>
                  <a:noFill/>
                </a:ln>
                <a:solidFill>
                  <a:srgbClr val="000024"/>
                </a:solidFill>
                <a:effectLst/>
                <a:uLnTx/>
                <a:uFillTx/>
                <a:latin typeface="Arial"/>
                <a:cs typeface="Arial"/>
              </a:rPr>
              <a:t>no final de cada semestre</a:t>
            </a:r>
            <a:r>
              <a:rPr kumimoji="0" lang="pt-BR" sz="1600" b="0" i="0" u="none" strike="noStrike" kern="1200" cap="none" spc="0" normalizeH="0" baseline="0" noProof="0" dirty="0">
                <a:ln>
                  <a:noFill/>
                </a:ln>
                <a:solidFill>
                  <a:srgbClr val="000024"/>
                </a:solidFill>
                <a:effectLst/>
                <a:uLnTx/>
                <a:uFillTx/>
                <a:latin typeface="Arial"/>
                <a:cs typeface="Arial"/>
              </a:rPr>
              <a:t>, em horário previamente divulgado.</a:t>
            </a:r>
          </a:p>
        </p:txBody>
      </p:sp>
      <p:sp>
        <p:nvSpPr>
          <p:cNvPr id="18" name="There are many variations of passages…">
            <a:extLst>
              <a:ext uri="{FF2B5EF4-FFF2-40B4-BE49-F238E27FC236}">
                <a16:creationId xmlns:a16="http://schemas.microsoft.com/office/drawing/2014/main" id="{64F1AD21-F135-47FD-9339-EAD9A1C84B56}"/>
              </a:ext>
            </a:extLst>
          </p:cNvPr>
          <p:cNvSpPr txBox="1"/>
          <p:nvPr/>
        </p:nvSpPr>
        <p:spPr>
          <a:xfrm>
            <a:off x="303590" y="4633253"/>
            <a:ext cx="3922565" cy="147732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 numCol="1" anchor="t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>
                <a:latin typeface="Arial"/>
                <a:ea typeface="Arial"/>
                <a:cs typeface="Arial"/>
              </a:defRPr>
            </a:pPr>
            <a:r>
              <a:rPr kumimoji="0" lang="pt-BR" sz="1600" b="0" i="0" u="none" strike="noStrike" kern="1200" cap="none" spc="0" normalizeH="0" baseline="0" noProof="0" dirty="0">
                <a:ln>
                  <a:noFill/>
                </a:ln>
                <a:solidFill>
                  <a:srgbClr val="000024"/>
                </a:solidFill>
                <a:effectLst/>
                <a:uLnTx/>
                <a:uFillTx/>
                <a:latin typeface="Arial"/>
                <a:cs typeface="Arial"/>
              </a:rPr>
              <a:t>Estudantes que faltarem mais de uma avaliação, uma vez deferidos os requerimentos, realizará a </a:t>
            </a:r>
            <a:r>
              <a:rPr kumimoji="0" lang="pt-BR" sz="1600" b="1" i="0" u="none" strike="noStrike" kern="1200" cap="none" spc="0" normalizeH="0" baseline="0" noProof="0" dirty="0">
                <a:ln>
                  <a:noFill/>
                </a:ln>
                <a:solidFill>
                  <a:srgbClr val="000024"/>
                </a:solidFill>
                <a:effectLst/>
                <a:uLnTx/>
                <a:uFillTx/>
                <a:latin typeface="Arial"/>
                <a:cs typeface="Arial"/>
              </a:rPr>
              <a:t>Segunda Chamada Unificada </a:t>
            </a:r>
            <a:r>
              <a:rPr kumimoji="0" lang="pt-BR" sz="1600" b="0" i="0" u="none" strike="noStrike" kern="1200" cap="none" spc="0" normalizeH="0" baseline="0" noProof="0" dirty="0">
                <a:ln>
                  <a:noFill/>
                </a:ln>
                <a:solidFill>
                  <a:srgbClr val="000024"/>
                </a:solidFill>
                <a:effectLst/>
                <a:uLnTx/>
                <a:uFillTx/>
                <a:latin typeface="Arial"/>
                <a:cs typeface="Arial"/>
              </a:rPr>
              <a:t>e esta </a:t>
            </a:r>
            <a:r>
              <a:rPr kumimoji="0" lang="pt-BR" sz="1600" b="1" i="0" u="none" strike="noStrike" kern="1200" cap="none" spc="0" normalizeH="0" baseline="0" noProof="0" dirty="0">
                <a:ln>
                  <a:noFill/>
                </a:ln>
                <a:solidFill>
                  <a:srgbClr val="000024"/>
                </a:solidFill>
                <a:effectLst/>
                <a:uLnTx/>
                <a:uFillTx/>
                <a:latin typeface="Arial"/>
                <a:cs typeface="Arial"/>
              </a:rPr>
              <a:t>substituirá todas as unidades sem nota</a:t>
            </a:r>
            <a:r>
              <a:rPr kumimoji="0" lang="pt-BR" sz="1600" b="0" i="0" u="none" strike="noStrike" kern="1200" cap="none" spc="0" normalizeH="0" baseline="0" noProof="0" dirty="0">
                <a:ln>
                  <a:noFill/>
                </a:ln>
                <a:solidFill>
                  <a:srgbClr val="000024"/>
                </a:solidFill>
                <a:effectLst/>
                <a:uLnTx/>
                <a:uFillTx/>
                <a:latin typeface="Arial"/>
                <a:cs typeface="Arial"/>
              </a:rPr>
              <a:t>, exceto EDAG.</a:t>
            </a:r>
          </a:p>
        </p:txBody>
      </p:sp>
      <p:sp>
        <p:nvSpPr>
          <p:cNvPr id="32" name="Retângulo 31">
            <a:extLst>
              <a:ext uri="{FF2B5EF4-FFF2-40B4-BE49-F238E27FC236}">
                <a16:creationId xmlns:a16="http://schemas.microsoft.com/office/drawing/2014/main" id="{57562F96-750C-45B8-A35F-96674BBD53F2}"/>
              </a:ext>
            </a:extLst>
          </p:cNvPr>
          <p:cNvSpPr/>
          <p:nvPr/>
        </p:nvSpPr>
        <p:spPr>
          <a:xfrm rot="19732145">
            <a:off x="6365757" y="4507750"/>
            <a:ext cx="1188017" cy="541174"/>
          </a:xfrm>
          <a:prstGeom prst="rect">
            <a:avLst/>
          </a:prstGeom>
          <a:solidFill>
            <a:srgbClr val="F68E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>
                <a:solidFill>
                  <a:srgbClr val="000000"/>
                </a:solidFill>
              </a:defRPr>
            </a:pPr>
            <a:r>
              <a:rPr kumimoji="0" lang="pt-BR" sz="2400" b="1" i="0" u="none" strike="noStrike" kern="1200" cap="none" spc="-40" normalizeH="0" baseline="0" noProof="0" dirty="0">
                <a:ln>
                  <a:noFill/>
                </a:ln>
                <a:solidFill>
                  <a:srgbClr val="00002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2026.2</a:t>
            </a:r>
          </a:p>
        </p:txBody>
      </p:sp>
      <p:pic>
        <p:nvPicPr>
          <p:cNvPr id="3" name="Gráfico 2" descr="Área de Transferência Parcialmente Marcada com preenchimento sólido">
            <a:extLst>
              <a:ext uri="{FF2B5EF4-FFF2-40B4-BE49-F238E27FC236}">
                <a16:creationId xmlns:a16="http://schemas.microsoft.com/office/drawing/2014/main" id="{D721F021-1ECC-4ED7-912F-D3EBE0C695EE}"/>
              </a:ext>
            </a:extLst>
          </p:cNvPr>
          <p:cNvPicPr>
            <a:picLocks noChangeAspect="1"/>
          </p:cNvPicPr>
          <p:nvPr/>
        </p:nvPicPr>
        <p:blipFill>
          <a:blip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886328" y="2578451"/>
            <a:ext cx="604534" cy="604534"/>
          </a:xfrm>
          <a:prstGeom prst="rect">
            <a:avLst/>
          </a:prstGeom>
        </p:spPr>
      </p:pic>
      <p:pic>
        <p:nvPicPr>
          <p:cNvPr id="5" name="Gráfico 4" descr="Apresentação com lista de verificação com preenchimento sólido">
            <a:extLst>
              <a:ext uri="{FF2B5EF4-FFF2-40B4-BE49-F238E27FC236}">
                <a16:creationId xmlns:a16="http://schemas.microsoft.com/office/drawing/2014/main" id="{F292D3E6-4832-4716-9655-763411A5D69D}"/>
              </a:ext>
            </a:extLst>
          </p:cNvPr>
          <p:cNvPicPr>
            <a:picLocks noChangeAspect="1"/>
          </p:cNvPicPr>
          <p:nvPr/>
        </p:nvPicPr>
        <p:blipFill>
          <a:blip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61851" y="2392680"/>
            <a:ext cx="659386" cy="659386"/>
          </a:xfrm>
          <a:prstGeom prst="rect">
            <a:avLst/>
          </a:prstGeom>
        </p:spPr>
      </p:pic>
      <p:pic>
        <p:nvPicPr>
          <p:cNvPr id="42" name="Imagem 41" descr="Placa branca com texto preto sobre fundo branco&#10;&#10;Descrição gerada automaticamente com confiança média">
            <a:extLst>
              <a:ext uri="{FF2B5EF4-FFF2-40B4-BE49-F238E27FC236}">
                <a16:creationId xmlns:a16="http://schemas.microsoft.com/office/drawing/2014/main" id="{AFEB31F0-4315-4E6D-8B42-AE9869A43298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0217" y="4299348"/>
            <a:ext cx="667810" cy="667810"/>
          </a:xfrm>
          <a:prstGeom prst="rect">
            <a:avLst/>
          </a:prstGeom>
        </p:spPr>
      </p:pic>
      <p:sp>
        <p:nvSpPr>
          <p:cNvPr id="16" name="CaixaDeTexto 15">
            <a:extLst>
              <a:ext uri="{FF2B5EF4-FFF2-40B4-BE49-F238E27FC236}">
                <a16:creationId xmlns:a16="http://schemas.microsoft.com/office/drawing/2014/main" id="{19795273-2F26-4781-B0EF-86E37B1A564C}"/>
              </a:ext>
            </a:extLst>
          </p:cNvPr>
          <p:cNvSpPr txBox="1"/>
          <p:nvPr/>
        </p:nvSpPr>
        <p:spPr>
          <a:xfrm>
            <a:off x="8401034" y="5545248"/>
            <a:ext cx="2892703" cy="830997"/>
          </a:xfrm>
          <a:prstGeom prst="rect">
            <a:avLst/>
          </a:prstGeom>
          <a:noFill/>
          <a:ln>
            <a:solidFill>
              <a:srgbClr val="F68E2F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00" b="1" i="0" u="none" strike="noStrike" kern="1200" cap="none" spc="0" normalizeH="0" baseline="0" noProof="0" dirty="0">
                <a:ln>
                  <a:noFill/>
                </a:ln>
                <a:solidFill>
                  <a:srgbClr val="F68E2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 segunda chamada ocorrerá no mesmo turno da respectiva disciplina!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BD81D126-F443-46F4-4B89-164711F7D27F}"/>
              </a:ext>
            </a:extLst>
          </p:cNvPr>
          <p:cNvSpPr txBox="1"/>
          <p:nvPr/>
        </p:nvSpPr>
        <p:spPr>
          <a:xfrm flipH="1">
            <a:off x="8290489" y="4351897"/>
            <a:ext cx="307902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9/dez (quarta-feira)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000" b="1" i="0" u="none" strike="noStrike" kern="1200" cap="none" spc="0" normalizeH="0" baseline="0" noProof="0" dirty="0">
                <a:ln>
                  <a:noFill/>
                </a:ln>
                <a:solidFill>
                  <a:srgbClr val="00002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	 Diurno: </a:t>
            </a:r>
            <a:r>
              <a:rPr kumimoji="0" lang="pt-BR" sz="2000" b="0" i="0" u="none" strike="noStrike" kern="1200" cap="none" spc="0" normalizeH="0" baseline="0" noProof="0" dirty="0">
                <a:ln>
                  <a:noFill/>
                </a:ln>
                <a:solidFill>
                  <a:srgbClr val="00002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8h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000" b="1" i="0" u="none" strike="noStrike" kern="1200" cap="none" spc="0" normalizeH="0" baseline="0" noProof="0" dirty="0">
                <a:ln>
                  <a:noFill/>
                </a:ln>
                <a:solidFill>
                  <a:srgbClr val="00002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           Noturno: </a:t>
            </a:r>
            <a:r>
              <a:rPr kumimoji="0" lang="pt-BR" sz="2000" b="0" i="0" u="none" strike="noStrike" kern="1200" cap="none" spc="0" normalizeH="0" baseline="0" noProof="0" dirty="0">
                <a:ln>
                  <a:noFill/>
                </a:ln>
                <a:solidFill>
                  <a:srgbClr val="00002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18h30</a:t>
            </a:r>
          </a:p>
        </p:txBody>
      </p:sp>
    </p:spTree>
    <p:extLst>
      <p:ext uri="{BB962C8B-B14F-4D97-AF65-F5344CB8AC3E}">
        <p14:creationId xmlns:p14="http://schemas.microsoft.com/office/powerpoint/2010/main" val="1814880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 advAuto="0"/>
      <p:bldP spid="8" grpId="0" animBg="1" advAuto="0"/>
      <p:bldP spid="9" grpId="0" animBg="1" advAuto="0"/>
      <p:bldP spid="10" grpId="0" animBg="1" advAuto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6BB274-E932-AD62-1878-1DF732F6F0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tângulo 40">
            <a:extLst>
              <a:ext uri="{FF2B5EF4-FFF2-40B4-BE49-F238E27FC236}">
                <a16:creationId xmlns:a16="http://schemas.microsoft.com/office/drawing/2014/main" id="{9DF5438B-B088-7D67-4B2B-A843CC596307}"/>
              </a:ext>
            </a:extLst>
          </p:cNvPr>
          <p:cNvSpPr/>
          <p:nvPr/>
        </p:nvSpPr>
        <p:spPr>
          <a:xfrm>
            <a:off x="303590" y="176099"/>
            <a:ext cx="3403581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400" b="0" i="0" u="none" strike="noStrike" kern="1200" cap="none" spc="300" normalizeH="0" baseline="0" noProof="0" dirty="0">
                <a:ln>
                  <a:noFill/>
                </a:ln>
                <a:solidFill>
                  <a:srgbClr val="015DA8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t>2ª chamada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600" b="1" i="0" u="none" strike="noStrike" kern="1200" cap="none" spc="300" normalizeH="0" baseline="0" noProof="0" dirty="0">
                <a:ln>
                  <a:noFill/>
                </a:ln>
                <a:solidFill>
                  <a:srgbClr val="015DA8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t>unificada</a:t>
            </a:r>
            <a:endParaRPr kumimoji="0" lang="pt-BR" sz="5400" b="1" i="0" u="none" strike="noStrike" kern="1200" cap="none" spc="300" normalizeH="0" baseline="0" noProof="0" dirty="0">
              <a:ln>
                <a:noFill/>
              </a:ln>
              <a:solidFill>
                <a:srgbClr val="015DA8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12" name="There are many variations of passages…">
            <a:extLst>
              <a:ext uri="{FF2B5EF4-FFF2-40B4-BE49-F238E27FC236}">
                <a16:creationId xmlns:a16="http://schemas.microsoft.com/office/drawing/2014/main" id="{B50D5873-A2EC-E316-B718-8CAA9610D4F9}"/>
              </a:ext>
            </a:extLst>
          </p:cNvPr>
          <p:cNvSpPr txBox="1"/>
          <p:nvPr/>
        </p:nvSpPr>
        <p:spPr>
          <a:xfrm>
            <a:off x="0" y="2481224"/>
            <a:ext cx="12192000" cy="196977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 numCol="1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>
                <a:latin typeface="Arial"/>
                <a:ea typeface="Arial"/>
                <a:cs typeface="Arial"/>
              </a:defRPr>
            </a:pPr>
            <a:r>
              <a:rPr kumimoji="0" lang="pt-BR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IMPORTANTE: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>
                <a:latin typeface="Arial"/>
                <a:ea typeface="Arial"/>
                <a:cs typeface="Arial"/>
              </a:defRPr>
            </a:pPr>
            <a:endParaRPr lang="pt-BR" sz="3200" dirty="0">
              <a:solidFill>
                <a:srgbClr val="000024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>
                <a:latin typeface="Arial"/>
                <a:ea typeface="Arial"/>
                <a:cs typeface="Arial"/>
              </a:defRPr>
            </a:pPr>
            <a:r>
              <a:rPr kumimoji="0" lang="pt-BR" sz="3200" b="0" i="0" u="none" strike="noStrike" kern="1200" cap="none" spc="0" normalizeH="0" baseline="0" noProof="0" dirty="0">
                <a:ln>
                  <a:noFill/>
                </a:ln>
                <a:solidFill>
                  <a:srgbClr val="000024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Avaliação de </a:t>
            </a:r>
            <a:r>
              <a:rPr kumimoji="0" lang="pt-BR" sz="3200" b="1" i="0" u="none" strike="noStrike" kern="1200" cap="none" spc="0" normalizeH="0" baseline="0" noProof="0" dirty="0">
                <a:ln>
                  <a:noFill/>
                </a:ln>
                <a:solidFill>
                  <a:srgbClr val="000024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Segunda Chamada Unificada </a:t>
            </a:r>
            <a:r>
              <a:rPr kumimoji="0" lang="pt-BR" sz="3200" b="0" i="0" u="sng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NÃO SE APLICA</a:t>
            </a:r>
            <a:r>
              <a:rPr kumimoji="0" lang="pt-BR" sz="3200" b="0" i="0" u="none" strike="noStrike" kern="1200" cap="none" spc="0" normalizeH="0" baseline="0" noProof="0" dirty="0">
                <a:ln>
                  <a:noFill/>
                </a:ln>
                <a:solidFill>
                  <a:srgbClr val="000024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 esta componente curricular</a:t>
            </a:r>
            <a:r>
              <a:rPr lang="pt-BR" sz="3200" dirty="0">
                <a:solidFill>
                  <a:srgbClr val="00002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!!!</a:t>
            </a:r>
            <a:endParaRPr kumimoji="0" lang="pt-BR" sz="3200" b="0" i="0" u="none" strike="noStrike" kern="1200" cap="none" spc="0" normalizeH="0" baseline="0" noProof="0" dirty="0">
              <a:ln>
                <a:noFill/>
              </a:ln>
              <a:solidFill>
                <a:srgbClr val="000024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4" name="Agrupar 3">
            <a:extLst>
              <a:ext uri="{FF2B5EF4-FFF2-40B4-BE49-F238E27FC236}">
                <a16:creationId xmlns:a16="http://schemas.microsoft.com/office/drawing/2014/main" id="{72E9C29C-98B0-E062-F872-4AEEDF5D0402}"/>
              </a:ext>
            </a:extLst>
          </p:cNvPr>
          <p:cNvGrpSpPr/>
          <p:nvPr/>
        </p:nvGrpSpPr>
        <p:grpSpPr>
          <a:xfrm>
            <a:off x="10065736" y="5709387"/>
            <a:ext cx="2042719" cy="1039235"/>
            <a:chOff x="2298584" y="5213339"/>
            <a:chExt cx="2042719" cy="1039235"/>
          </a:xfrm>
        </p:grpSpPr>
        <p:sp>
          <p:nvSpPr>
            <p:cNvPr id="6" name="Forma Livre: Forma 22">
              <a:extLst>
                <a:ext uri="{FF2B5EF4-FFF2-40B4-BE49-F238E27FC236}">
                  <a16:creationId xmlns:a16="http://schemas.microsoft.com/office/drawing/2014/main" id="{444B42AB-6904-2D27-E619-4A80A9BEECCF}"/>
                </a:ext>
              </a:extLst>
            </p:cNvPr>
            <p:cNvSpPr/>
            <p:nvPr/>
          </p:nvSpPr>
          <p:spPr>
            <a:xfrm>
              <a:off x="2298584" y="5213339"/>
              <a:ext cx="2042719" cy="10392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pic>
          <p:nvPicPr>
            <p:cNvPr id="11" name="Imagem 10">
              <a:extLst>
                <a:ext uri="{FF2B5EF4-FFF2-40B4-BE49-F238E27FC236}">
                  <a16:creationId xmlns:a16="http://schemas.microsoft.com/office/drawing/2014/main" id="{116B42EF-CADD-1620-16BD-470CA4C1F36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541141" y="5384972"/>
              <a:ext cx="1581371" cy="69596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391368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2B1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C7DB6D-2AA5-D9BF-5895-768A9EC823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79D942F-6403-C22B-13AF-6F41B7564E1E}"/>
              </a:ext>
            </a:extLst>
          </p:cNvPr>
          <p:cNvSpPr/>
          <p:nvPr/>
        </p:nvSpPr>
        <p:spPr>
          <a:xfrm>
            <a:off x="955430" y="2496821"/>
            <a:ext cx="10281140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6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  <a:sym typeface="Arial"/>
              </a:rPr>
              <a:t>Nossas avaliações...</a:t>
            </a:r>
          </a:p>
        </p:txBody>
      </p:sp>
      <p:grpSp>
        <p:nvGrpSpPr>
          <p:cNvPr id="3" name="Agrupar 2">
            <a:extLst>
              <a:ext uri="{FF2B5EF4-FFF2-40B4-BE49-F238E27FC236}">
                <a16:creationId xmlns:a16="http://schemas.microsoft.com/office/drawing/2014/main" id="{FCED9F61-D88B-9669-144D-885B4C5EA716}"/>
              </a:ext>
            </a:extLst>
          </p:cNvPr>
          <p:cNvGrpSpPr/>
          <p:nvPr/>
        </p:nvGrpSpPr>
        <p:grpSpPr>
          <a:xfrm>
            <a:off x="5074640" y="5588898"/>
            <a:ext cx="2042719" cy="1039235"/>
            <a:chOff x="2298584" y="5213339"/>
            <a:chExt cx="2042719" cy="1039235"/>
          </a:xfrm>
        </p:grpSpPr>
        <p:sp>
          <p:nvSpPr>
            <p:cNvPr id="5" name="Forma Livre: Forma 22">
              <a:extLst>
                <a:ext uri="{FF2B5EF4-FFF2-40B4-BE49-F238E27FC236}">
                  <a16:creationId xmlns:a16="http://schemas.microsoft.com/office/drawing/2014/main" id="{B6288482-6862-32DC-281D-779B9E4D1E48}"/>
                </a:ext>
              </a:extLst>
            </p:cNvPr>
            <p:cNvSpPr/>
            <p:nvPr/>
          </p:nvSpPr>
          <p:spPr>
            <a:xfrm>
              <a:off x="2298584" y="5213339"/>
              <a:ext cx="2042719" cy="10392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pic>
          <p:nvPicPr>
            <p:cNvPr id="6" name="Imagem 5">
              <a:extLst>
                <a:ext uri="{FF2B5EF4-FFF2-40B4-BE49-F238E27FC236}">
                  <a16:creationId xmlns:a16="http://schemas.microsoft.com/office/drawing/2014/main" id="{E97F889D-96AA-E8C2-9E3C-79758ED0FF8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541141" y="5384972"/>
              <a:ext cx="1581371" cy="69596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968232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E7BA50-86EB-31F1-D738-1CCB3ACF1D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tângulo 40">
            <a:extLst>
              <a:ext uri="{FF2B5EF4-FFF2-40B4-BE49-F238E27FC236}">
                <a16:creationId xmlns:a16="http://schemas.microsoft.com/office/drawing/2014/main" id="{B47572A4-6B94-9C80-1920-AD1575421DB6}"/>
              </a:ext>
            </a:extLst>
          </p:cNvPr>
          <p:cNvSpPr/>
          <p:nvPr/>
        </p:nvSpPr>
        <p:spPr>
          <a:xfrm>
            <a:off x="2005380" y="195747"/>
            <a:ext cx="3403581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400" b="0" i="0" u="none" strike="noStrike" kern="1200" cap="none" spc="300" normalizeH="0" baseline="0" noProof="0" dirty="0">
                <a:ln>
                  <a:noFill/>
                </a:ln>
                <a:solidFill>
                  <a:srgbClr val="005EA9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t>Nossas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600" b="1" i="0" u="none" strike="noStrike" kern="1200" cap="none" spc="300" normalizeH="0" baseline="0" noProof="0" dirty="0">
                <a:ln>
                  <a:noFill/>
                </a:ln>
                <a:solidFill>
                  <a:srgbClr val="005EA9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t>Avaliações</a:t>
            </a:r>
            <a:endParaRPr kumimoji="0" lang="pt-BR" sz="5400" b="1" i="0" u="none" strike="noStrike" kern="1200" cap="none" spc="300" normalizeH="0" baseline="0" noProof="0" dirty="0">
              <a:ln>
                <a:noFill/>
              </a:ln>
              <a:solidFill>
                <a:srgbClr val="005EA9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grpSp>
        <p:nvGrpSpPr>
          <p:cNvPr id="17" name="Agrupar 16">
            <a:extLst>
              <a:ext uri="{FF2B5EF4-FFF2-40B4-BE49-F238E27FC236}">
                <a16:creationId xmlns:a16="http://schemas.microsoft.com/office/drawing/2014/main" id="{3EDD52B4-81EB-21C9-B693-113FF0D6AD6C}"/>
              </a:ext>
            </a:extLst>
          </p:cNvPr>
          <p:cNvGrpSpPr/>
          <p:nvPr/>
        </p:nvGrpSpPr>
        <p:grpSpPr>
          <a:xfrm>
            <a:off x="-36576" y="-18288"/>
            <a:ext cx="1810512" cy="1812000"/>
            <a:chOff x="-36576" y="-18288"/>
            <a:chExt cx="3268916" cy="3271602"/>
          </a:xfrm>
        </p:grpSpPr>
        <p:sp>
          <p:nvSpPr>
            <p:cNvPr id="18" name="Forma Livre: Forma 17">
              <a:extLst>
                <a:ext uri="{FF2B5EF4-FFF2-40B4-BE49-F238E27FC236}">
                  <a16:creationId xmlns:a16="http://schemas.microsoft.com/office/drawing/2014/main" id="{A206EB30-3930-4DF9-A40A-4FB31F1877D8}"/>
                </a:ext>
              </a:extLst>
            </p:cNvPr>
            <p:cNvSpPr/>
            <p:nvPr/>
          </p:nvSpPr>
          <p:spPr>
            <a:xfrm>
              <a:off x="-36576" y="-18288"/>
              <a:ext cx="3268916" cy="3271602"/>
            </a:xfrm>
            <a:custGeom>
              <a:avLst/>
              <a:gdLst>
                <a:gd name="connsiteX0" fmla="*/ 2450802 w 3268916"/>
                <a:gd name="connsiteY0" fmla="*/ 0 h 3271602"/>
                <a:gd name="connsiteX1" fmla="*/ 3154168 w 3268916"/>
                <a:gd name="connsiteY1" fmla="*/ 0 h 3271602"/>
                <a:gd name="connsiteX2" fmla="*/ 3155777 w 3268916"/>
                <a:gd name="connsiteY2" fmla="*/ 4392 h 3271602"/>
                <a:gd name="connsiteX3" fmla="*/ 3268916 w 3268916"/>
                <a:gd name="connsiteY3" fmla="*/ 751602 h 3271602"/>
                <a:gd name="connsiteX4" fmla="*/ 748913 w 3268916"/>
                <a:gd name="connsiteY4" fmla="*/ 3271602 h 3271602"/>
                <a:gd name="connsiteX5" fmla="*/ 240523 w 3268916"/>
                <a:gd name="connsiteY5" fmla="*/ 3218443 h 3271602"/>
                <a:gd name="connsiteX6" fmla="*/ 0 w 3268916"/>
                <a:gd name="connsiteY6" fmla="*/ 3155922 h 3271602"/>
                <a:gd name="connsiteX7" fmla="*/ 0 w 3268916"/>
                <a:gd name="connsiteY7" fmla="*/ 2447446 h 3271602"/>
                <a:gd name="connsiteX8" fmla="*/ 23024 w 3268916"/>
                <a:gd name="connsiteY8" fmla="*/ 2458527 h 3271602"/>
                <a:gd name="connsiteX9" fmla="*/ 748913 w 3268916"/>
                <a:gd name="connsiteY9" fmla="*/ 2606691 h 3271602"/>
                <a:gd name="connsiteX10" fmla="*/ 2612319 w 3268916"/>
                <a:gd name="connsiteY10" fmla="*/ 751603 h 3271602"/>
                <a:gd name="connsiteX11" fmla="*/ 2466072 w 3268916"/>
                <a:gd name="connsiteY11" fmla="*/ 31524 h 3271602"/>
                <a:gd name="connsiteX12" fmla="*/ 2450802 w 3268916"/>
                <a:gd name="connsiteY12" fmla="*/ 0 h 32716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268916" h="3271602">
                  <a:moveTo>
                    <a:pt x="2450802" y="0"/>
                  </a:moveTo>
                  <a:lnTo>
                    <a:pt x="3154168" y="0"/>
                  </a:lnTo>
                  <a:lnTo>
                    <a:pt x="3155777" y="4392"/>
                  </a:lnTo>
                  <a:cubicBezTo>
                    <a:pt x="3229315" y="240512"/>
                    <a:pt x="3268916" y="491470"/>
                    <a:pt x="3268916" y="751602"/>
                  </a:cubicBezTo>
                  <a:cubicBezTo>
                    <a:pt x="3268916" y="2138972"/>
                    <a:pt x="2142490" y="3265395"/>
                    <a:pt x="748913" y="3271602"/>
                  </a:cubicBezTo>
                  <a:cubicBezTo>
                    <a:pt x="574716" y="3270826"/>
                    <a:pt x="404693" y="3252547"/>
                    <a:pt x="240523" y="3218443"/>
                  </a:cubicBezTo>
                  <a:lnTo>
                    <a:pt x="0" y="3155922"/>
                  </a:lnTo>
                  <a:lnTo>
                    <a:pt x="0" y="2447446"/>
                  </a:lnTo>
                  <a:lnTo>
                    <a:pt x="23024" y="2458527"/>
                  </a:lnTo>
                  <a:cubicBezTo>
                    <a:pt x="246022" y="2552866"/>
                    <a:pt x="491294" y="2605549"/>
                    <a:pt x="748913" y="2606691"/>
                  </a:cubicBezTo>
                  <a:cubicBezTo>
                    <a:pt x="1779387" y="2602122"/>
                    <a:pt x="2612319" y="1772910"/>
                    <a:pt x="2612319" y="751603"/>
                  </a:cubicBezTo>
                  <a:cubicBezTo>
                    <a:pt x="2612319" y="496276"/>
                    <a:pt x="2560261" y="252955"/>
                    <a:pt x="2466072" y="31524"/>
                  </a:cubicBezTo>
                  <a:lnTo>
                    <a:pt x="2450802" y="0"/>
                  </a:lnTo>
                  <a:close/>
                </a:path>
              </a:pathLst>
            </a:custGeom>
            <a:noFill/>
            <a:ln w="38100">
              <a:solidFill>
                <a:srgbClr val="005EA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9" name="Forma Livre: Forma 18">
              <a:extLst>
                <a:ext uri="{FF2B5EF4-FFF2-40B4-BE49-F238E27FC236}">
                  <a16:creationId xmlns:a16="http://schemas.microsoft.com/office/drawing/2014/main" id="{185DA82D-2E6C-9F88-F9F2-BEAA9CB497AB}"/>
                </a:ext>
              </a:extLst>
            </p:cNvPr>
            <p:cNvSpPr/>
            <p:nvPr/>
          </p:nvSpPr>
          <p:spPr>
            <a:xfrm>
              <a:off x="-36575" y="-18288"/>
              <a:ext cx="2612319" cy="2606691"/>
            </a:xfrm>
            <a:custGeom>
              <a:avLst/>
              <a:gdLst>
                <a:gd name="connsiteX0" fmla="*/ 0 w 2612319"/>
                <a:gd name="connsiteY0" fmla="*/ 0 h 2606691"/>
                <a:gd name="connsiteX1" fmla="*/ 2450802 w 2612319"/>
                <a:gd name="connsiteY1" fmla="*/ 0 h 2606691"/>
                <a:gd name="connsiteX2" fmla="*/ 2466072 w 2612319"/>
                <a:gd name="connsiteY2" fmla="*/ 31524 h 2606691"/>
                <a:gd name="connsiteX3" fmla="*/ 2612319 w 2612319"/>
                <a:gd name="connsiteY3" fmla="*/ 751603 h 2606691"/>
                <a:gd name="connsiteX4" fmla="*/ 748913 w 2612319"/>
                <a:gd name="connsiteY4" fmla="*/ 2606691 h 2606691"/>
                <a:gd name="connsiteX5" fmla="*/ 23024 w 2612319"/>
                <a:gd name="connsiteY5" fmla="*/ 2458527 h 2606691"/>
                <a:gd name="connsiteX6" fmla="*/ 0 w 2612319"/>
                <a:gd name="connsiteY6" fmla="*/ 2447446 h 2606691"/>
                <a:gd name="connsiteX7" fmla="*/ 0 w 2612319"/>
                <a:gd name="connsiteY7" fmla="*/ 0 h 2606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612319" h="2606691">
                  <a:moveTo>
                    <a:pt x="0" y="0"/>
                  </a:moveTo>
                  <a:lnTo>
                    <a:pt x="2450802" y="0"/>
                  </a:lnTo>
                  <a:lnTo>
                    <a:pt x="2466072" y="31524"/>
                  </a:lnTo>
                  <a:cubicBezTo>
                    <a:pt x="2560261" y="252955"/>
                    <a:pt x="2612319" y="496276"/>
                    <a:pt x="2612319" y="751603"/>
                  </a:cubicBezTo>
                  <a:cubicBezTo>
                    <a:pt x="2612319" y="1772910"/>
                    <a:pt x="1779387" y="2602122"/>
                    <a:pt x="748913" y="2606691"/>
                  </a:cubicBezTo>
                  <a:cubicBezTo>
                    <a:pt x="491294" y="2605549"/>
                    <a:pt x="246022" y="2552866"/>
                    <a:pt x="23024" y="2458527"/>
                  </a:cubicBezTo>
                  <a:lnTo>
                    <a:pt x="0" y="24474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5EA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2" name="Imagem 1" descr="Desenho com traços pretos em fundo branco e letras pretas&#10;&#10;O conteúdo gerado por IA pode estar incorreto.">
            <a:extLst>
              <a:ext uri="{FF2B5EF4-FFF2-40B4-BE49-F238E27FC236}">
                <a16:creationId xmlns:a16="http://schemas.microsoft.com/office/drawing/2014/main" id="{A52CB5A6-D128-6529-D71F-EC5ED702DE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5060" y="6104261"/>
            <a:ext cx="1464457" cy="644361"/>
          </a:xfrm>
          <a:prstGeom prst="rect">
            <a:avLst/>
          </a:prstGeom>
        </p:spPr>
      </p:pic>
      <p:sp>
        <p:nvSpPr>
          <p:cNvPr id="3" name="CaixaDeTexto 1">
            <a:extLst>
              <a:ext uri="{FF2B5EF4-FFF2-40B4-BE49-F238E27FC236}">
                <a16:creationId xmlns:a16="http://schemas.microsoft.com/office/drawing/2014/main" id="{EA2B4D80-1FCF-0CC5-63B5-9BBACA85C8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9374" y="1745431"/>
            <a:ext cx="10043470" cy="24314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1pPr>
            <a:lvl2pPr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2pPr>
            <a:lvl3pPr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3pPr>
            <a:lvl4pPr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4pPr>
            <a:lvl5pPr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9pPr>
          </a:lstStyle>
          <a:p>
            <a:pPr marL="342900" indent="-342900" defTabSz="914400"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pt-BR" altLang="sv-SE" sz="22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Serão </a:t>
            </a:r>
            <a:r>
              <a:rPr lang="pt-BR" altLang="sv-SE" sz="2200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três (03) notas de avaliações</a:t>
            </a:r>
            <a:r>
              <a:rPr lang="pt-BR" altLang="sv-SE" sz="22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consistindo das </a:t>
            </a:r>
            <a:r>
              <a:rPr lang="pt-BR" altLang="sv-SE" sz="2200" b="1" u="sng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entregas dos relatórios </a:t>
            </a:r>
            <a:r>
              <a:rPr lang="pt-BR" altLang="sv-SE" sz="2200" u="sng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dos experimentos realizados no laboratório</a:t>
            </a:r>
            <a:r>
              <a:rPr lang="pt-BR" altLang="sv-SE" sz="22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pt-BR" altLang="sv-SE" sz="22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Obs.: </a:t>
            </a:r>
            <a:r>
              <a:rPr lang="pt-BR" altLang="sv-SE" sz="2200" b="1" u="sng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Não haverá “Prova Final” e nem haverá “Segunda Chamada”!!</a:t>
            </a:r>
          </a:p>
          <a:p>
            <a:pPr marL="342900" indent="-342900" defTabSz="914400"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pt-BR" altLang="sv-SE" sz="22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Os experimentos </a:t>
            </a:r>
            <a:r>
              <a:rPr lang="pt-BR" altLang="sv-SE" sz="2200" u="sng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</a:t>
            </a:r>
            <a:r>
              <a:rPr lang="pt-BR" altLang="sv-SE" sz="2200" u="sng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rão realizados </a:t>
            </a:r>
            <a:r>
              <a:rPr lang="pt-BR" altLang="sv-SE" sz="2200" b="1" u="sng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em duplas</a:t>
            </a:r>
            <a:r>
              <a:rPr lang="pt-BR" altLang="sv-SE" sz="22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bem como os </a:t>
            </a:r>
            <a:r>
              <a:rPr lang="pt-BR" altLang="sv-SE" sz="2200" u="sng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relatórios entregues</a:t>
            </a:r>
            <a:r>
              <a:rPr lang="pt-BR" altLang="sv-SE" sz="22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342900" indent="-342900" defTabSz="914400"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pt-BR" altLang="sv-SE" sz="22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Os </a:t>
            </a:r>
            <a:r>
              <a:rPr lang="pt-BR" altLang="sv-SE" sz="2200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prazos de entrega</a:t>
            </a:r>
            <a:r>
              <a:rPr lang="pt-BR" altLang="sv-SE" sz="22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das avaliações, definido em </a:t>
            </a:r>
            <a:r>
              <a:rPr lang="pt-BR" altLang="sv-SE" sz="2200" u="sng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consonância com o calendário acadêmico</a:t>
            </a:r>
            <a:r>
              <a:rPr lang="pt-BR" altLang="sv-SE" sz="22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é apresentado abaixo:</a:t>
            </a:r>
            <a:endParaRPr lang="sv-SE" altLang="sv-SE" sz="22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4" name="Agrupar 3">
            <a:extLst>
              <a:ext uri="{FF2B5EF4-FFF2-40B4-BE49-F238E27FC236}">
                <a16:creationId xmlns:a16="http://schemas.microsoft.com/office/drawing/2014/main" id="{313ECFF7-8D8C-3114-645C-529434450562}"/>
              </a:ext>
            </a:extLst>
          </p:cNvPr>
          <p:cNvGrpSpPr/>
          <p:nvPr/>
        </p:nvGrpSpPr>
        <p:grpSpPr>
          <a:xfrm>
            <a:off x="10065736" y="5709387"/>
            <a:ext cx="2042719" cy="1039235"/>
            <a:chOff x="2298584" y="5213339"/>
            <a:chExt cx="2042719" cy="1039235"/>
          </a:xfrm>
        </p:grpSpPr>
        <p:sp>
          <p:nvSpPr>
            <p:cNvPr id="5" name="Forma Livre: Forma 22">
              <a:extLst>
                <a:ext uri="{FF2B5EF4-FFF2-40B4-BE49-F238E27FC236}">
                  <a16:creationId xmlns:a16="http://schemas.microsoft.com/office/drawing/2014/main" id="{D7F6E1AC-01FC-60D2-E2FE-3EEE490A595D}"/>
                </a:ext>
              </a:extLst>
            </p:cNvPr>
            <p:cNvSpPr/>
            <p:nvPr/>
          </p:nvSpPr>
          <p:spPr>
            <a:xfrm>
              <a:off x="2298584" y="5213339"/>
              <a:ext cx="2042719" cy="10392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pic>
          <p:nvPicPr>
            <p:cNvPr id="6" name="Imagem 5">
              <a:extLst>
                <a:ext uri="{FF2B5EF4-FFF2-40B4-BE49-F238E27FC236}">
                  <a16:creationId xmlns:a16="http://schemas.microsoft.com/office/drawing/2014/main" id="{C07DC655-3068-CEA7-A3A7-6ADCD67E74A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541141" y="5384972"/>
              <a:ext cx="1581371" cy="695967"/>
            </a:xfrm>
            <a:prstGeom prst="rect">
              <a:avLst/>
            </a:prstGeom>
          </p:spPr>
        </p:pic>
      </p:grpSp>
      <p:sp>
        <p:nvSpPr>
          <p:cNvPr id="7" name="CaixaDeTexto 5">
            <a:extLst>
              <a:ext uri="{FF2B5EF4-FFF2-40B4-BE49-F238E27FC236}">
                <a16:creationId xmlns:a16="http://schemas.microsoft.com/office/drawing/2014/main" id="{5BABBE27-7144-C64A-D4C2-75F5653C4C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4402" y="4463238"/>
            <a:ext cx="9913414" cy="15542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5750" indent="-285750"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1pPr>
            <a:lvl2pPr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2pPr>
            <a:lvl3pPr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3pPr>
            <a:lvl4pPr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4pPr>
            <a:lvl5pPr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9pPr>
          </a:lstStyle>
          <a:p>
            <a:pPr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pt-BR" altLang="pt-BR" sz="2000" b="1" dirty="0">
                <a:solidFill>
                  <a:srgbClr val="333399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1ª Avaliação: </a:t>
            </a:r>
            <a:r>
              <a:rPr lang="pt-BR" altLang="pt-BR" sz="2000" dirty="0">
                <a:solidFill>
                  <a:srgbClr val="000000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no </a:t>
            </a:r>
            <a:r>
              <a:rPr lang="pt-BR" altLang="pt-BR" sz="2000" b="1" dirty="0">
                <a:solidFill>
                  <a:srgbClr val="0066CC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7º encontro</a:t>
            </a:r>
            <a:r>
              <a:rPr lang="pt-BR" altLang="pt-BR" sz="2000" dirty="0">
                <a:solidFill>
                  <a:schemeClr val="tx1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, dia </a:t>
            </a:r>
            <a:r>
              <a:rPr lang="pt-BR" altLang="pt-BR" sz="2000" u="sng" dirty="0">
                <a:solidFill>
                  <a:schemeClr val="tx1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16/09/2026 (quarta-feira)</a:t>
            </a:r>
            <a:r>
              <a:rPr lang="pt-BR" altLang="pt-BR" sz="2000" dirty="0">
                <a:solidFill>
                  <a:schemeClr val="tx1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. </a:t>
            </a:r>
          </a:p>
          <a:p>
            <a:pPr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pt-BR" altLang="pt-BR" sz="2000" b="1" dirty="0">
                <a:solidFill>
                  <a:srgbClr val="333399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2ª Avaliação: </a:t>
            </a:r>
            <a:r>
              <a:rPr lang="pt-BR" altLang="pt-BR" sz="2000" dirty="0">
                <a:solidFill>
                  <a:srgbClr val="000000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no </a:t>
            </a:r>
            <a:r>
              <a:rPr lang="pt-BR" altLang="pt-BR" sz="2000" b="1" dirty="0">
                <a:solidFill>
                  <a:srgbClr val="0066CC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13º encontro</a:t>
            </a:r>
            <a:r>
              <a:rPr lang="pt-BR" altLang="pt-BR" sz="2000" dirty="0">
                <a:solidFill>
                  <a:schemeClr val="tx1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, dia </a:t>
            </a:r>
            <a:r>
              <a:rPr lang="pt-BR" altLang="pt-BR" sz="2000" u="sng" dirty="0">
                <a:solidFill>
                  <a:schemeClr val="tx1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28/10/2026 (quarta-feira)</a:t>
            </a:r>
            <a:r>
              <a:rPr lang="pt-BR" altLang="pt-BR" sz="2000" dirty="0">
                <a:solidFill>
                  <a:schemeClr val="tx1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.</a:t>
            </a:r>
            <a:endParaRPr lang="pt-BR" altLang="pt-BR" sz="2000" dirty="0">
              <a:solidFill>
                <a:srgbClr val="000000"/>
              </a:solidFill>
              <a:latin typeface="Calibri" panose="020F0502020204030204" pitchFamily="34" charset="0"/>
              <a:ea typeface="Verdana" panose="020B0604030504040204" pitchFamily="34" charset="0"/>
              <a:cs typeface="Calibri" panose="020F0502020204030204" pitchFamily="34" charset="0"/>
            </a:endParaRPr>
          </a:p>
          <a:p>
            <a:pPr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pt-BR" altLang="pt-BR" sz="2000" b="1" dirty="0">
                <a:solidFill>
                  <a:srgbClr val="333399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3ª Avaliação: </a:t>
            </a:r>
            <a:r>
              <a:rPr lang="pt-BR" altLang="pt-BR" sz="2000" dirty="0">
                <a:solidFill>
                  <a:srgbClr val="000000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no </a:t>
            </a:r>
            <a:r>
              <a:rPr lang="pt-BR" altLang="pt-BR" sz="2000" b="1" dirty="0">
                <a:solidFill>
                  <a:srgbClr val="0066CC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18º encontro</a:t>
            </a:r>
            <a:r>
              <a:rPr lang="pt-BR" altLang="pt-BR" sz="2000" dirty="0">
                <a:solidFill>
                  <a:schemeClr val="tx1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, dia </a:t>
            </a:r>
            <a:r>
              <a:rPr lang="pt-BR" altLang="pt-BR" sz="2000" u="sng" dirty="0">
                <a:solidFill>
                  <a:schemeClr val="tx1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02/12/2026 (quarta-feira)</a:t>
            </a:r>
            <a:r>
              <a:rPr lang="pt-BR" altLang="pt-BR" sz="2000" dirty="0">
                <a:solidFill>
                  <a:schemeClr val="tx1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.</a:t>
            </a:r>
            <a:endParaRPr lang="pt-BR" altLang="pt-BR" sz="2000" dirty="0">
              <a:solidFill>
                <a:srgbClr val="000000"/>
              </a:solidFill>
              <a:latin typeface="Calibri" panose="020F0502020204030204" pitchFamily="34" charset="0"/>
              <a:ea typeface="Verdana" panose="020B0604030504040204" pitchFamily="34" charset="0"/>
              <a:cs typeface="Calibri" panose="020F0502020204030204" pitchFamily="34" charset="0"/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pt-BR" altLang="pt-BR" sz="2000" b="1" dirty="0">
                <a:solidFill>
                  <a:srgbClr val="FF0000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Período de Provas Finais: </a:t>
            </a:r>
            <a:r>
              <a:rPr lang="pt-BR" altLang="pt-BR" sz="2000" dirty="0">
                <a:solidFill>
                  <a:srgbClr val="FF0000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de 14/12/2026 (segunda-feira) à 18/12/2026 (sexta-feira)</a:t>
            </a:r>
            <a:r>
              <a:rPr lang="pt-BR" altLang="pt-BR" sz="2000" dirty="0">
                <a:solidFill>
                  <a:srgbClr val="000000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.</a:t>
            </a:r>
            <a:endParaRPr lang="pt-BR" altLang="pt-BR" sz="2000" dirty="0">
              <a:solidFill>
                <a:srgbClr val="FF0000"/>
              </a:solidFill>
              <a:latin typeface="Calibri" panose="020F0502020204030204" pitchFamily="34" charset="0"/>
              <a:ea typeface="Verdana" panose="020B060403050404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83858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CFC851-C3DD-A815-081B-FB35008D3F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tângulo 40">
            <a:extLst>
              <a:ext uri="{FF2B5EF4-FFF2-40B4-BE49-F238E27FC236}">
                <a16:creationId xmlns:a16="http://schemas.microsoft.com/office/drawing/2014/main" id="{9010A0CD-A007-75C2-99A2-045AE6E2866E}"/>
              </a:ext>
            </a:extLst>
          </p:cNvPr>
          <p:cNvSpPr/>
          <p:nvPr/>
        </p:nvSpPr>
        <p:spPr>
          <a:xfrm>
            <a:off x="2005380" y="195747"/>
            <a:ext cx="3403581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400" b="0" i="0" u="none" strike="noStrike" kern="1200" cap="none" spc="300" normalizeH="0" baseline="0" noProof="0" dirty="0">
                <a:ln>
                  <a:noFill/>
                </a:ln>
                <a:solidFill>
                  <a:srgbClr val="005EA9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t>Nossas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600" b="1" i="0" u="none" strike="noStrike" kern="1200" cap="none" spc="300" normalizeH="0" baseline="0" noProof="0" dirty="0">
                <a:ln>
                  <a:noFill/>
                </a:ln>
                <a:solidFill>
                  <a:srgbClr val="005EA9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t>Avaliações</a:t>
            </a:r>
            <a:endParaRPr kumimoji="0" lang="pt-BR" sz="5400" b="1" i="0" u="none" strike="noStrike" kern="1200" cap="none" spc="300" normalizeH="0" baseline="0" noProof="0" dirty="0">
              <a:ln>
                <a:noFill/>
              </a:ln>
              <a:solidFill>
                <a:srgbClr val="005EA9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grpSp>
        <p:nvGrpSpPr>
          <p:cNvPr id="17" name="Agrupar 16">
            <a:extLst>
              <a:ext uri="{FF2B5EF4-FFF2-40B4-BE49-F238E27FC236}">
                <a16:creationId xmlns:a16="http://schemas.microsoft.com/office/drawing/2014/main" id="{8B020266-DB38-3B06-081F-92ECA9DB81D3}"/>
              </a:ext>
            </a:extLst>
          </p:cNvPr>
          <p:cNvGrpSpPr/>
          <p:nvPr/>
        </p:nvGrpSpPr>
        <p:grpSpPr>
          <a:xfrm>
            <a:off x="-36576" y="-18288"/>
            <a:ext cx="1810512" cy="1812000"/>
            <a:chOff x="-36576" y="-18288"/>
            <a:chExt cx="3268916" cy="3271602"/>
          </a:xfrm>
        </p:grpSpPr>
        <p:sp>
          <p:nvSpPr>
            <p:cNvPr id="18" name="Forma Livre: Forma 17">
              <a:extLst>
                <a:ext uri="{FF2B5EF4-FFF2-40B4-BE49-F238E27FC236}">
                  <a16:creationId xmlns:a16="http://schemas.microsoft.com/office/drawing/2014/main" id="{34BD969E-1B7C-EA23-81F1-3EE7C7DA6C06}"/>
                </a:ext>
              </a:extLst>
            </p:cNvPr>
            <p:cNvSpPr/>
            <p:nvPr/>
          </p:nvSpPr>
          <p:spPr>
            <a:xfrm>
              <a:off x="-36576" y="-18288"/>
              <a:ext cx="3268916" cy="3271602"/>
            </a:xfrm>
            <a:custGeom>
              <a:avLst/>
              <a:gdLst>
                <a:gd name="connsiteX0" fmla="*/ 2450802 w 3268916"/>
                <a:gd name="connsiteY0" fmla="*/ 0 h 3271602"/>
                <a:gd name="connsiteX1" fmla="*/ 3154168 w 3268916"/>
                <a:gd name="connsiteY1" fmla="*/ 0 h 3271602"/>
                <a:gd name="connsiteX2" fmla="*/ 3155777 w 3268916"/>
                <a:gd name="connsiteY2" fmla="*/ 4392 h 3271602"/>
                <a:gd name="connsiteX3" fmla="*/ 3268916 w 3268916"/>
                <a:gd name="connsiteY3" fmla="*/ 751602 h 3271602"/>
                <a:gd name="connsiteX4" fmla="*/ 748913 w 3268916"/>
                <a:gd name="connsiteY4" fmla="*/ 3271602 h 3271602"/>
                <a:gd name="connsiteX5" fmla="*/ 240523 w 3268916"/>
                <a:gd name="connsiteY5" fmla="*/ 3218443 h 3271602"/>
                <a:gd name="connsiteX6" fmla="*/ 0 w 3268916"/>
                <a:gd name="connsiteY6" fmla="*/ 3155922 h 3271602"/>
                <a:gd name="connsiteX7" fmla="*/ 0 w 3268916"/>
                <a:gd name="connsiteY7" fmla="*/ 2447446 h 3271602"/>
                <a:gd name="connsiteX8" fmla="*/ 23024 w 3268916"/>
                <a:gd name="connsiteY8" fmla="*/ 2458527 h 3271602"/>
                <a:gd name="connsiteX9" fmla="*/ 748913 w 3268916"/>
                <a:gd name="connsiteY9" fmla="*/ 2606691 h 3271602"/>
                <a:gd name="connsiteX10" fmla="*/ 2612319 w 3268916"/>
                <a:gd name="connsiteY10" fmla="*/ 751603 h 3271602"/>
                <a:gd name="connsiteX11" fmla="*/ 2466072 w 3268916"/>
                <a:gd name="connsiteY11" fmla="*/ 31524 h 3271602"/>
                <a:gd name="connsiteX12" fmla="*/ 2450802 w 3268916"/>
                <a:gd name="connsiteY12" fmla="*/ 0 h 32716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268916" h="3271602">
                  <a:moveTo>
                    <a:pt x="2450802" y="0"/>
                  </a:moveTo>
                  <a:lnTo>
                    <a:pt x="3154168" y="0"/>
                  </a:lnTo>
                  <a:lnTo>
                    <a:pt x="3155777" y="4392"/>
                  </a:lnTo>
                  <a:cubicBezTo>
                    <a:pt x="3229315" y="240512"/>
                    <a:pt x="3268916" y="491470"/>
                    <a:pt x="3268916" y="751602"/>
                  </a:cubicBezTo>
                  <a:cubicBezTo>
                    <a:pt x="3268916" y="2138972"/>
                    <a:pt x="2142490" y="3265395"/>
                    <a:pt x="748913" y="3271602"/>
                  </a:cubicBezTo>
                  <a:cubicBezTo>
                    <a:pt x="574716" y="3270826"/>
                    <a:pt x="404693" y="3252547"/>
                    <a:pt x="240523" y="3218443"/>
                  </a:cubicBezTo>
                  <a:lnTo>
                    <a:pt x="0" y="3155922"/>
                  </a:lnTo>
                  <a:lnTo>
                    <a:pt x="0" y="2447446"/>
                  </a:lnTo>
                  <a:lnTo>
                    <a:pt x="23024" y="2458527"/>
                  </a:lnTo>
                  <a:cubicBezTo>
                    <a:pt x="246022" y="2552866"/>
                    <a:pt x="491294" y="2605549"/>
                    <a:pt x="748913" y="2606691"/>
                  </a:cubicBezTo>
                  <a:cubicBezTo>
                    <a:pt x="1779387" y="2602122"/>
                    <a:pt x="2612319" y="1772910"/>
                    <a:pt x="2612319" y="751603"/>
                  </a:cubicBezTo>
                  <a:cubicBezTo>
                    <a:pt x="2612319" y="496276"/>
                    <a:pt x="2560261" y="252955"/>
                    <a:pt x="2466072" y="31524"/>
                  </a:cubicBezTo>
                  <a:lnTo>
                    <a:pt x="2450802" y="0"/>
                  </a:lnTo>
                  <a:close/>
                </a:path>
              </a:pathLst>
            </a:custGeom>
            <a:noFill/>
            <a:ln w="38100">
              <a:solidFill>
                <a:srgbClr val="005EA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9" name="Forma Livre: Forma 18">
              <a:extLst>
                <a:ext uri="{FF2B5EF4-FFF2-40B4-BE49-F238E27FC236}">
                  <a16:creationId xmlns:a16="http://schemas.microsoft.com/office/drawing/2014/main" id="{40A4653A-7165-2AD1-8541-096DA21EFFE2}"/>
                </a:ext>
              </a:extLst>
            </p:cNvPr>
            <p:cNvSpPr/>
            <p:nvPr/>
          </p:nvSpPr>
          <p:spPr>
            <a:xfrm>
              <a:off x="-36575" y="-18288"/>
              <a:ext cx="2612319" cy="2606691"/>
            </a:xfrm>
            <a:custGeom>
              <a:avLst/>
              <a:gdLst>
                <a:gd name="connsiteX0" fmla="*/ 0 w 2612319"/>
                <a:gd name="connsiteY0" fmla="*/ 0 h 2606691"/>
                <a:gd name="connsiteX1" fmla="*/ 2450802 w 2612319"/>
                <a:gd name="connsiteY1" fmla="*/ 0 h 2606691"/>
                <a:gd name="connsiteX2" fmla="*/ 2466072 w 2612319"/>
                <a:gd name="connsiteY2" fmla="*/ 31524 h 2606691"/>
                <a:gd name="connsiteX3" fmla="*/ 2612319 w 2612319"/>
                <a:gd name="connsiteY3" fmla="*/ 751603 h 2606691"/>
                <a:gd name="connsiteX4" fmla="*/ 748913 w 2612319"/>
                <a:gd name="connsiteY4" fmla="*/ 2606691 h 2606691"/>
                <a:gd name="connsiteX5" fmla="*/ 23024 w 2612319"/>
                <a:gd name="connsiteY5" fmla="*/ 2458527 h 2606691"/>
                <a:gd name="connsiteX6" fmla="*/ 0 w 2612319"/>
                <a:gd name="connsiteY6" fmla="*/ 2447446 h 2606691"/>
                <a:gd name="connsiteX7" fmla="*/ 0 w 2612319"/>
                <a:gd name="connsiteY7" fmla="*/ 0 h 2606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612319" h="2606691">
                  <a:moveTo>
                    <a:pt x="0" y="0"/>
                  </a:moveTo>
                  <a:lnTo>
                    <a:pt x="2450802" y="0"/>
                  </a:lnTo>
                  <a:lnTo>
                    <a:pt x="2466072" y="31524"/>
                  </a:lnTo>
                  <a:cubicBezTo>
                    <a:pt x="2560261" y="252955"/>
                    <a:pt x="2612319" y="496276"/>
                    <a:pt x="2612319" y="751603"/>
                  </a:cubicBezTo>
                  <a:cubicBezTo>
                    <a:pt x="2612319" y="1772910"/>
                    <a:pt x="1779387" y="2602122"/>
                    <a:pt x="748913" y="2606691"/>
                  </a:cubicBezTo>
                  <a:cubicBezTo>
                    <a:pt x="491294" y="2605549"/>
                    <a:pt x="246022" y="2552866"/>
                    <a:pt x="23024" y="2458527"/>
                  </a:cubicBezTo>
                  <a:lnTo>
                    <a:pt x="0" y="24474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5EA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2" name="Imagem 1" descr="Desenho com traços pretos em fundo branco e letras pretas&#10;&#10;O conteúdo gerado por IA pode estar incorreto.">
            <a:extLst>
              <a:ext uri="{FF2B5EF4-FFF2-40B4-BE49-F238E27FC236}">
                <a16:creationId xmlns:a16="http://schemas.microsoft.com/office/drawing/2014/main" id="{23715E84-DC92-0EE9-0204-840B2A56C7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5060" y="6104261"/>
            <a:ext cx="1464457" cy="644361"/>
          </a:xfrm>
          <a:prstGeom prst="rect">
            <a:avLst/>
          </a:prstGeom>
        </p:spPr>
      </p:pic>
      <p:sp>
        <p:nvSpPr>
          <p:cNvPr id="3" name="Text Box 4">
            <a:extLst>
              <a:ext uri="{FF2B5EF4-FFF2-40B4-BE49-F238E27FC236}">
                <a16:creationId xmlns:a16="http://schemas.microsoft.com/office/drawing/2014/main" id="{EE6B1225-07AA-C06F-05FB-EFF5F99DFE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1252" y="1847586"/>
            <a:ext cx="10364185" cy="39131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 marL="457200" indent="-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1pPr>
            <a:lvl2pPr marL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2pPr>
            <a:lvl3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3pPr>
            <a:lvl4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4pPr>
            <a:lvl5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9pPr>
          </a:lstStyle>
          <a:p>
            <a:pPr eaLnBrk="1" hangingPunct="1">
              <a:spcBef>
                <a:spcPts val="800"/>
              </a:spcBef>
              <a:buClr>
                <a:srgbClr val="002060"/>
              </a:buClr>
              <a:buSzPct val="100000"/>
              <a:buFont typeface="Wingdings" panose="05000000000000000000" pitchFamily="2" charset="2"/>
              <a:buChar char="ü"/>
            </a:pPr>
            <a:r>
              <a:rPr lang="pt-BR" altLang="pt-BR" sz="2400" b="1" dirty="0">
                <a:solidFill>
                  <a:schemeClr val="accent5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Três conjuntos</a:t>
            </a:r>
            <a:r>
              <a:rPr lang="pt-BR" altLang="pt-BR" sz="2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altLang="pt-BR" sz="2400" dirty="0">
                <a:solidFill>
                  <a:schemeClr val="accent5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 </a:t>
            </a:r>
            <a:r>
              <a:rPr lang="pt-BR" altLang="pt-BR" sz="2400" b="1" dirty="0">
                <a:solidFill>
                  <a:schemeClr val="accent5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Relatórios de Experimentos das Unidades I, II e III</a:t>
            </a:r>
            <a:r>
              <a:rPr lang="pt-BR" altLang="pt-BR" sz="2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sendo os conjuntos de relatórios dos </a:t>
            </a:r>
            <a:r>
              <a:rPr lang="pt-BR" altLang="pt-BR" sz="24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Experimentos das Unidades I e II</a:t>
            </a:r>
            <a:r>
              <a:rPr lang="pt-BR" altLang="pt-BR" sz="2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denominados</a:t>
            </a:r>
            <a:r>
              <a:rPr lang="pt-BR" altLang="pt-BR" sz="24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altLang="pt-BR" sz="2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“</a:t>
            </a:r>
            <a:r>
              <a:rPr lang="pt-BR" altLang="pt-BR" sz="2400" b="1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P1</a:t>
            </a:r>
            <a:r>
              <a:rPr lang="pt-BR" altLang="pt-BR" sz="2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” e “</a:t>
            </a:r>
            <a:r>
              <a:rPr lang="pt-BR" altLang="pt-BR" sz="2400" b="1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P2</a:t>
            </a:r>
            <a:r>
              <a:rPr lang="pt-BR" altLang="pt-BR" sz="2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”, respectivamente, com peso de </a:t>
            </a:r>
            <a:r>
              <a:rPr lang="pt-BR" altLang="pt-BR" sz="2400" u="sng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25% (0,25) cada um</a:t>
            </a:r>
            <a:r>
              <a:rPr lang="pt-BR" altLang="pt-BR" sz="2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e o conjunto de relatórios dos </a:t>
            </a:r>
            <a:r>
              <a:rPr lang="pt-BR" altLang="pt-BR" sz="24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Experimentos da Unidade III</a:t>
            </a:r>
            <a:r>
              <a:rPr lang="pt-BR" altLang="pt-BR" sz="2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denominado “</a:t>
            </a:r>
            <a:r>
              <a:rPr lang="pt-BR" altLang="pt-BR" sz="2400" b="1" dirty="0">
                <a:solidFill>
                  <a:srgbClr val="FFC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</a:t>
            </a:r>
            <a:r>
              <a:rPr lang="pt-BR" altLang="pt-BR" sz="2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”, com peso de </a:t>
            </a:r>
            <a:r>
              <a:rPr lang="pt-BR" altLang="pt-BR" sz="2400" u="sng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30% (0,3)</a:t>
            </a:r>
            <a:r>
              <a:rPr lang="pt-BR" altLang="pt-BR" sz="2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;</a:t>
            </a:r>
          </a:p>
          <a:p>
            <a:pPr eaLnBrk="1" hangingPunct="1">
              <a:spcBef>
                <a:spcPts val="800"/>
              </a:spcBef>
              <a:buClr>
                <a:srgbClr val="002060"/>
              </a:buClr>
              <a:buSzPct val="100000"/>
              <a:buFont typeface="Wingdings" panose="05000000000000000000" pitchFamily="2" charset="2"/>
              <a:buChar char="ü"/>
            </a:pPr>
            <a:r>
              <a:rPr lang="pt-BR" altLang="pt-BR" sz="2400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EDAG</a:t>
            </a:r>
            <a:r>
              <a:rPr lang="pt-BR" altLang="pt-BR" sz="2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com peso </a:t>
            </a:r>
            <a:r>
              <a:rPr lang="pt-BR" altLang="pt-BR" sz="2400" u="sng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20% (0,2)</a:t>
            </a:r>
            <a:r>
              <a:rPr lang="pt-BR" altLang="pt-BR" sz="2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;</a:t>
            </a:r>
          </a:p>
          <a:p>
            <a:pPr eaLnBrk="1" hangingPunct="1">
              <a:spcBef>
                <a:spcPts val="800"/>
              </a:spcBef>
              <a:buClr>
                <a:srgbClr val="002060"/>
              </a:buClr>
              <a:buSzPct val="100000"/>
              <a:buFont typeface="Wingdings" panose="05000000000000000000" pitchFamily="2" charset="2"/>
              <a:buChar char="ü"/>
            </a:pPr>
            <a:r>
              <a:rPr lang="pt-BR" altLang="pt-BR" sz="24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Média na Disciplina</a:t>
            </a:r>
            <a:r>
              <a:rPr lang="pt-BR" altLang="pt-BR" sz="2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pt-BR" altLang="pt-BR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MD</a:t>
            </a:r>
            <a:r>
              <a:rPr lang="pt-BR" altLang="pt-BR" sz="2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 atribuída da seguinte forma:</a:t>
            </a:r>
          </a:p>
          <a:p>
            <a:pPr lvl="1" indent="0" eaLnBrk="1" hangingPunct="1">
              <a:spcBef>
                <a:spcPts val="800"/>
              </a:spcBef>
              <a:buClr>
                <a:srgbClr val="002060"/>
              </a:buClr>
              <a:buSzPct val="100000"/>
            </a:pPr>
            <a:endParaRPr lang="pt-BR" altLang="pt-BR" sz="24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 indent="0" algn="ctr" eaLnBrk="1" hangingPunct="1">
              <a:spcBef>
                <a:spcPts val="800"/>
              </a:spcBef>
              <a:buClr>
                <a:srgbClr val="002060"/>
              </a:buClr>
              <a:buSzPct val="100000"/>
            </a:pPr>
            <a:r>
              <a:rPr lang="pt-BR" altLang="pt-BR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MD</a:t>
            </a:r>
            <a:r>
              <a:rPr lang="pt-BR" altLang="pt-BR" sz="2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= (0,25×</a:t>
            </a:r>
            <a:r>
              <a:rPr lang="pt-BR" altLang="pt-BR" sz="2400" b="1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P1</a:t>
            </a:r>
            <a:r>
              <a:rPr lang="pt-BR" altLang="pt-BR" sz="2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 + (0,25×</a:t>
            </a:r>
            <a:r>
              <a:rPr lang="pt-BR" altLang="pt-BR" sz="2400" b="1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P2</a:t>
            </a:r>
            <a:r>
              <a:rPr lang="pt-BR" altLang="pt-BR" sz="2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 + (0,3×</a:t>
            </a:r>
            <a:r>
              <a:rPr lang="pt-BR" altLang="pt-BR" sz="2400" b="1" dirty="0">
                <a:solidFill>
                  <a:srgbClr val="FFC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</a:t>
            </a:r>
            <a:r>
              <a:rPr lang="pt-BR" altLang="pt-BR" sz="2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 + (0,2×</a:t>
            </a:r>
            <a:r>
              <a:rPr lang="pt-BR" altLang="pt-BR" sz="2400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EDAG</a:t>
            </a:r>
            <a:r>
              <a:rPr lang="pt-BR" altLang="pt-BR" sz="2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 </a:t>
            </a:r>
            <a:endParaRPr lang="pt-BR" altLang="pt-BR" sz="2400" b="1" dirty="0">
              <a:solidFill>
                <a:srgbClr val="FFC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4" name="Agrupar 3">
            <a:extLst>
              <a:ext uri="{FF2B5EF4-FFF2-40B4-BE49-F238E27FC236}">
                <a16:creationId xmlns:a16="http://schemas.microsoft.com/office/drawing/2014/main" id="{5AC1F16D-F6C3-AA4B-4007-3B5EED534A79}"/>
              </a:ext>
            </a:extLst>
          </p:cNvPr>
          <p:cNvGrpSpPr/>
          <p:nvPr/>
        </p:nvGrpSpPr>
        <p:grpSpPr>
          <a:xfrm>
            <a:off x="10065736" y="5709387"/>
            <a:ext cx="2042719" cy="1039235"/>
            <a:chOff x="2298584" y="5213339"/>
            <a:chExt cx="2042719" cy="1039235"/>
          </a:xfrm>
        </p:grpSpPr>
        <p:sp>
          <p:nvSpPr>
            <p:cNvPr id="5" name="Forma Livre: Forma 22">
              <a:extLst>
                <a:ext uri="{FF2B5EF4-FFF2-40B4-BE49-F238E27FC236}">
                  <a16:creationId xmlns:a16="http://schemas.microsoft.com/office/drawing/2014/main" id="{D3B5C308-16AD-433A-64E5-B048EE6C262D}"/>
                </a:ext>
              </a:extLst>
            </p:cNvPr>
            <p:cNvSpPr/>
            <p:nvPr/>
          </p:nvSpPr>
          <p:spPr>
            <a:xfrm>
              <a:off x="2298584" y="5213339"/>
              <a:ext cx="2042719" cy="10392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pic>
          <p:nvPicPr>
            <p:cNvPr id="6" name="Imagem 5">
              <a:extLst>
                <a:ext uri="{FF2B5EF4-FFF2-40B4-BE49-F238E27FC236}">
                  <a16:creationId xmlns:a16="http://schemas.microsoft.com/office/drawing/2014/main" id="{4AA279BC-631E-5931-ED1F-B803A7BA71A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541141" y="5384972"/>
              <a:ext cx="1581371" cy="69596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916643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DED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D59FAD5-CDDC-EFFB-DBA0-632FD6031A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3C8068FA-4A90-7EB7-D0F6-4F96FFBFF4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732667"/>
              </p:ext>
            </p:extLst>
          </p:nvPr>
        </p:nvGraphicFramePr>
        <p:xfrm>
          <a:off x="448811" y="1723746"/>
          <a:ext cx="9477359" cy="3585254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239838">
                  <a:extLst>
                    <a:ext uri="{9D8B030D-6E8A-4147-A177-3AD203B41FA5}">
                      <a16:colId xmlns:a16="http://schemas.microsoft.com/office/drawing/2014/main" val="65135314"/>
                    </a:ext>
                  </a:extLst>
                </a:gridCol>
                <a:gridCol w="1087397">
                  <a:extLst>
                    <a:ext uri="{9D8B030D-6E8A-4147-A177-3AD203B41FA5}">
                      <a16:colId xmlns:a16="http://schemas.microsoft.com/office/drawing/2014/main" val="251994377"/>
                    </a:ext>
                  </a:extLst>
                </a:gridCol>
                <a:gridCol w="2827280">
                  <a:extLst>
                    <a:ext uri="{9D8B030D-6E8A-4147-A177-3AD203B41FA5}">
                      <a16:colId xmlns:a16="http://schemas.microsoft.com/office/drawing/2014/main" val="3661789467"/>
                    </a:ext>
                  </a:extLst>
                </a:gridCol>
                <a:gridCol w="2493595">
                  <a:extLst>
                    <a:ext uri="{9D8B030D-6E8A-4147-A177-3AD203B41FA5}">
                      <a16:colId xmlns:a16="http://schemas.microsoft.com/office/drawing/2014/main" val="823053598"/>
                    </a:ext>
                  </a:extLst>
                </a:gridCol>
                <a:gridCol w="1829249">
                  <a:extLst>
                    <a:ext uri="{9D8B030D-6E8A-4147-A177-3AD203B41FA5}">
                      <a16:colId xmlns:a16="http://schemas.microsoft.com/office/drawing/2014/main" val="2190672986"/>
                    </a:ext>
                  </a:extLst>
                </a:gridCol>
              </a:tblGrid>
              <a:tr h="343049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2400" u="none" strike="noStrike" dirty="0">
                          <a:effectLst/>
                        </a:rPr>
                        <a:t> Unidade</a:t>
                      </a:r>
                      <a:endParaRPr lang="pt-BR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5E3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2400" b="1" u="none" strike="noStrike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Peso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5E3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2400" b="1" u="none" strike="noStrike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Descrição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5E3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2400" b="1" u="none" strike="noStrike">
                          <a:solidFill>
                            <a:srgbClr val="FFFFFF"/>
                          </a:solidFill>
                          <a:effectLst/>
                        </a:rPr>
                        <a:t>Data</a:t>
                      </a:r>
                      <a:endParaRPr lang="pt-BR" sz="24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5E3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2400" u="none" strike="noStrike" dirty="0">
                          <a:effectLst/>
                        </a:rPr>
                        <a:t>Valor</a:t>
                      </a:r>
                      <a:endParaRPr lang="pt-BR" sz="24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5E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8174221"/>
                  </a:ext>
                </a:extLst>
              </a:tr>
              <a:tr h="717950"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2400" b="1" u="none" strike="noStrike" dirty="0">
                          <a:solidFill>
                            <a:srgbClr val="F05E30"/>
                          </a:solidFill>
                          <a:effectLst/>
                        </a:rPr>
                        <a:t>AV1</a:t>
                      </a:r>
                      <a:endParaRPr lang="pt-BR" sz="2400" b="1" i="0" u="none" strike="noStrike" dirty="0">
                        <a:solidFill>
                          <a:srgbClr val="F05E3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2400" b="1" i="0" u="none" strike="noStrike" dirty="0">
                          <a:solidFill>
                            <a:srgbClr val="F05E30"/>
                          </a:solidFill>
                          <a:effectLst/>
                          <a:latin typeface="Calibri" panose="020F0502020204030204" pitchFamily="34" charset="0"/>
                        </a:rPr>
                        <a:t>25%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1" u="none" strike="noStrike" dirty="0">
                          <a:solidFill>
                            <a:srgbClr val="702B17"/>
                          </a:solidFill>
                          <a:effectLst/>
                        </a:rPr>
                        <a:t>Primeira Avaliação</a:t>
                      </a:r>
                    </a:p>
                    <a:p>
                      <a:pPr algn="ctr" fontAlgn="ctr"/>
                      <a:r>
                        <a:rPr lang="pt-BR" sz="1400" b="1" u="none" strike="noStrike" dirty="0">
                          <a:solidFill>
                            <a:srgbClr val="702B17"/>
                          </a:solidFill>
                          <a:effectLst/>
                        </a:rPr>
                        <a:t>– Conjunto de Relatórios </a:t>
                      </a:r>
                      <a:r>
                        <a:rPr lang="pt-BR" sz="1400" b="0" u="none" strike="noStrike" dirty="0">
                          <a:solidFill>
                            <a:srgbClr val="702B17"/>
                          </a:solidFill>
                          <a:effectLst/>
                        </a:rPr>
                        <a:t>dos Experimentos da </a:t>
                      </a:r>
                      <a:r>
                        <a:rPr lang="pt-BR" sz="1400" b="1" u="none" strike="noStrike" dirty="0">
                          <a:solidFill>
                            <a:srgbClr val="702B17"/>
                          </a:solidFill>
                          <a:effectLst/>
                        </a:rPr>
                        <a:t>Unidade I </a:t>
                      </a:r>
                      <a:r>
                        <a:rPr lang="pt-BR" sz="1400" u="none" strike="noStrike" dirty="0">
                          <a:solidFill>
                            <a:srgbClr val="702B17"/>
                          </a:solidFill>
                          <a:effectLst/>
                        </a:rPr>
                        <a:t> </a:t>
                      </a:r>
                      <a:endParaRPr lang="pt-BR" sz="1400" b="0" i="0" u="none" strike="noStrike" dirty="0">
                        <a:solidFill>
                          <a:srgbClr val="702B17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1" u="none" strike="noStrike" dirty="0">
                          <a:solidFill>
                            <a:srgbClr val="702B17"/>
                          </a:solidFill>
                          <a:effectLst/>
                        </a:rPr>
                        <a:t>16/09/2026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1" u="none" strike="noStrike" dirty="0">
                          <a:solidFill>
                            <a:srgbClr val="702B17"/>
                          </a:solidFill>
                          <a:effectLst/>
                        </a:rPr>
                        <a:t>10,0</a:t>
                      </a:r>
                      <a:endParaRPr lang="pt-BR" sz="1400" b="0" i="0" u="none" strike="noStrike" dirty="0">
                        <a:solidFill>
                          <a:srgbClr val="702B17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7252729"/>
                  </a:ext>
                </a:extLst>
              </a:tr>
              <a:tr h="543204"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2400" b="1" u="none" strike="noStrike" dirty="0">
                          <a:solidFill>
                            <a:srgbClr val="F05E30"/>
                          </a:solidFill>
                          <a:effectLst/>
                        </a:rPr>
                        <a:t>AV2</a:t>
                      </a:r>
                      <a:endParaRPr lang="pt-BR" sz="2400" b="1" i="0" u="none" strike="noStrike" dirty="0">
                        <a:solidFill>
                          <a:srgbClr val="F05E3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ED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2400" b="1" i="0" u="none" strike="noStrike" dirty="0">
                          <a:solidFill>
                            <a:srgbClr val="F05E30"/>
                          </a:solidFill>
                          <a:effectLst/>
                          <a:latin typeface="Calibri" panose="020F0502020204030204" pitchFamily="34" charset="0"/>
                        </a:rPr>
                        <a:t>25%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E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1" u="none" strike="noStrike" dirty="0">
                          <a:solidFill>
                            <a:srgbClr val="702B17"/>
                          </a:solidFill>
                          <a:effectLst/>
                        </a:rPr>
                        <a:t>Segunda Avaliação </a:t>
                      </a:r>
                    </a:p>
                    <a:p>
                      <a:pPr algn="ctr" fontAlgn="ctr"/>
                      <a:r>
                        <a:rPr lang="pt-BR" sz="1400" b="1" u="none" strike="noStrike" dirty="0">
                          <a:solidFill>
                            <a:srgbClr val="702B17"/>
                          </a:solidFill>
                          <a:effectLst/>
                        </a:rPr>
                        <a:t>– Conjunto de Relatórios </a:t>
                      </a:r>
                      <a:r>
                        <a:rPr lang="pt-BR" sz="1400" b="0" u="none" strike="noStrike" dirty="0">
                          <a:solidFill>
                            <a:srgbClr val="702B17"/>
                          </a:solidFill>
                          <a:effectLst/>
                        </a:rPr>
                        <a:t>dos Experimentos da </a:t>
                      </a:r>
                      <a:r>
                        <a:rPr lang="pt-BR" sz="1400" b="1" u="none" strike="noStrike" dirty="0">
                          <a:solidFill>
                            <a:srgbClr val="702B17"/>
                          </a:solidFill>
                          <a:effectLst/>
                        </a:rPr>
                        <a:t>Unidade II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E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1" u="none" strike="noStrike" dirty="0">
                          <a:solidFill>
                            <a:srgbClr val="702B17"/>
                          </a:solidFill>
                          <a:effectLst/>
                        </a:rPr>
                        <a:t>28/10/2026</a:t>
                      </a:r>
                      <a:endParaRPr lang="pt-BR" sz="1400" b="0" i="0" u="none" strike="noStrike" dirty="0">
                        <a:solidFill>
                          <a:srgbClr val="702B17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E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1" u="none" strike="noStrike" dirty="0">
                          <a:solidFill>
                            <a:srgbClr val="702B17"/>
                          </a:solidFill>
                          <a:effectLst/>
                        </a:rPr>
                        <a:t>10,0</a:t>
                      </a:r>
                      <a:endParaRPr lang="pt-BR" sz="1400" b="0" i="0" u="none" strike="noStrike" dirty="0">
                        <a:solidFill>
                          <a:srgbClr val="702B17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E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7037454"/>
                  </a:ext>
                </a:extLst>
              </a:tr>
              <a:tr h="543204"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2400" b="1" u="none" strike="noStrike" dirty="0">
                          <a:solidFill>
                            <a:srgbClr val="F05E30"/>
                          </a:solidFill>
                          <a:effectLst/>
                        </a:rPr>
                        <a:t>AV3</a:t>
                      </a:r>
                      <a:endParaRPr lang="pt-BR" sz="2400" b="1" i="0" u="none" strike="noStrike" dirty="0">
                        <a:solidFill>
                          <a:srgbClr val="F05E3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2400" b="1" i="0" u="none" strike="noStrike" dirty="0">
                          <a:solidFill>
                            <a:srgbClr val="F05E30"/>
                          </a:solidFill>
                          <a:effectLst/>
                          <a:latin typeface="Calibri" panose="020F0502020204030204" pitchFamily="34" charset="0"/>
                        </a:rPr>
                        <a:t>30%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1" u="none" strike="noStrike" dirty="0">
                          <a:solidFill>
                            <a:srgbClr val="702B17"/>
                          </a:solidFill>
                          <a:effectLst/>
                        </a:rPr>
                        <a:t>Terceira Avaliação </a:t>
                      </a:r>
                    </a:p>
                    <a:p>
                      <a:pPr algn="ctr" fontAlgn="ctr"/>
                      <a:r>
                        <a:rPr lang="pt-BR" sz="1400" b="1" u="none" strike="noStrike" dirty="0">
                          <a:solidFill>
                            <a:srgbClr val="702B17"/>
                          </a:solidFill>
                          <a:effectLst/>
                        </a:rPr>
                        <a:t>– Conjunto de Relatórios </a:t>
                      </a:r>
                      <a:r>
                        <a:rPr lang="pt-BR" sz="1400" b="0" u="none" strike="noStrike" dirty="0">
                          <a:solidFill>
                            <a:srgbClr val="702B17"/>
                          </a:solidFill>
                          <a:effectLst/>
                        </a:rPr>
                        <a:t>dos Experimentos da </a:t>
                      </a:r>
                      <a:r>
                        <a:rPr lang="pt-BR" sz="1400" b="1" u="none" strike="noStrike" dirty="0">
                          <a:solidFill>
                            <a:srgbClr val="702B17"/>
                          </a:solidFill>
                          <a:effectLst/>
                        </a:rPr>
                        <a:t>Unidade III</a:t>
                      </a:r>
                      <a:endParaRPr lang="pt-BR" sz="1400" b="0" i="0" u="none" strike="noStrike" dirty="0">
                        <a:solidFill>
                          <a:srgbClr val="702B17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1" u="none" strike="noStrike" dirty="0">
                          <a:solidFill>
                            <a:srgbClr val="702B17"/>
                          </a:solidFill>
                          <a:effectLst/>
                        </a:rPr>
                        <a:t>02/12/2026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1" u="none" strike="noStrike" dirty="0">
                          <a:solidFill>
                            <a:srgbClr val="702B17"/>
                          </a:solidFill>
                          <a:effectLst/>
                        </a:rPr>
                        <a:t>10,0</a:t>
                      </a:r>
                      <a:endParaRPr lang="pt-BR" sz="1400" b="0" i="0" u="none" strike="noStrike" dirty="0">
                        <a:solidFill>
                          <a:srgbClr val="702B17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6927541"/>
                  </a:ext>
                </a:extLst>
              </a:tr>
              <a:tr h="543204"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2400" b="1" u="none" strike="noStrike">
                          <a:solidFill>
                            <a:srgbClr val="F05E30"/>
                          </a:solidFill>
                          <a:effectLst/>
                        </a:rPr>
                        <a:t>EDAG</a:t>
                      </a:r>
                      <a:endParaRPr lang="pt-BR" sz="2400" b="1" i="0" u="none" strike="noStrike">
                        <a:solidFill>
                          <a:srgbClr val="F05E3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ED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2400" b="1" i="0" u="none" strike="noStrike" dirty="0">
                          <a:solidFill>
                            <a:srgbClr val="F05E30"/>
                          </a:solidFill>
                          <a:effectLst/>
                          <a:latin typeface="Calibri" panose="020F0502020204030204" pitchFamily="34" charset="0"/>
                        </a:rPr>
                        <a:t>20%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E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2000" b="0" u="none" strike="noStrike" dirty="0">
                          <a:solidFill>
                            <a:srgbClr val="702B17"/>
                          </a:solidFill>
                          <a:effectLst/>
                        </a:rPr>
                        <a:t>Avaliação Interdisciplinar</a:t>
                      </a:r>
                      <a:endParaRPr lang="pt-BR" sz="2000" b="0" i="0" u="none" strike="noStrike" dirty="0">
                        <a:solidFill>
                          <a:srgbClr val="702B17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E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2000" b="0" u="none" strike="noStrike" dirty="0">
                          <a:solidFill>
                            <a:srgbClr val="702B17"/>
                          </a:solidFill>
                          <a:effectLst/>
                        </a:rPr>
                        <a:t>26/09</a:t>
                      </a:r>
                      <a:endParaRPr lang="pt-BR" sz="2000" b="0" i="0" u="none" strike="noStrike" dirty="0">
                        <a:solidFill>
                          <a:srgbClr val="702B17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E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2000" b="0" u="none" strike="noStrike" dirty="0">
                          <a:solidFill>
                            <a:srgbClr val="702B17"/>
                          </a:solidFill>
                          <a:effectLst/>
                        </a:rPr>
                        <a:t>10,0 pontos</a:t>
                      </a:r>
                      <a:endParaRPr lang="pt-BR" sz="2000" b="0" i="0" u="none" strike="noStrike" dirty="0">
                        <a:solidFill>
                          <a:srgbClr val="702B17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E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2757499"/>
                  </a:ext>
                </a:extLst>
              </a:tr>
              <a:tr h="543204"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2400" b="1" u="none" strike="noStrike" dirty="0">
                          <a:solidFill>
                            <a:srgbClr val="F05E30"/>
                          </a:solidFill>
                          <a:effectLst/>
                        </a:rPr>
                        <a:t>AVF</a:t>
                      </a:r>
                      <a:endParaRPr lang="pt-BR" sz="2400" b="1" i="0" u="none" strike="noStrike" dirty="0">
                        <a:solidFill>
                          <a:srgbClr val="F05E3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2400" b="1" i="0" u="none" strike="noStrike" dirty="0">
                          <a:solidFill>
                            <a:srgbClr val="F05E30"/>
                          </a:solidFill>
                          <a:effectLst/>
                          <a:latin typeface="Calibri" panose="020F050202020403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1" u="none" strike="noStrike" dirty="0">
                          <a:solidFill>
                            <a:srgbClr val="702B17"/>
                          </a:solidFill>
                          <a:effectLst/>
                        </a:rPr>
                        <a:t>Avaliação Final </a:t>
                      </a:r>
                    </a:p>
                    <a:p>
                      <a:pPr algn="ctr" fontAlgn="ctr"/>
                      <a:r>
                        <a:rPr lang="pt-BR" sz="1400" b="1" u="none" strike="noStrike" dirty="0">
                          <a:solidFill>
                            <a:srgbClr val="702B17"/>
                          </a:solidFill>
                          <a:effectLst/>
                        </a:rPr>
                        <a:t>– </a:t>
                      </a:r>
                      <a:r>
                        <a:rPr lang="pt-BR" sz="14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Não se aplica a essa componente curricular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14/12/2026 à 18/12/2026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1" u="none" strike="noStrike" dirty="0">
                          <a:solidFill>
                            <a:srgbClr val="702B17"/>
                          </a:solidFill>
                          <a:effectLst/>
                        </a:rPr>
                        <a:t>10,0</a:t>
                      </a:r>
                      <a:endParaRPr lang="pt-BR" sz="1400" b="0" i="0" u="none" strike="noStrike" dirty="0">
                        <a:solidFill>
                          <a:srgbClr val="702B17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7561323"/>
                  </a:ext>
                </a:extLst>
              </a:tr>
            </a:tbl>
          </a:graphicData>
        </a:graphic>
      </p:graphicFrame>
      <p:sp>
        <p:nvSpPr>
          <p:cNvPr id="8" name="CaixaDeTexto 7">
            <a:extLst>
              <a:ext uri="{FF2B5EF4-FFF2-40B4-BE49-F238E27FC236}">
                <a16:creationId xmlns:a16="http://schemas.microsoft.com/office/drawing/2014/main" id="{A0D44DD2-CD60-CC52-6C98-4B4D001DAB02}"/>
              </a:ext>
            </a:extLst>
          </p:cNvPr>
          <p:cNvSpPr txBox="1"/>
          <p:nvPr/>
        </p:nvSpPr>
        <p:spPr>
          <a:xfrm>
            <a:off x="733316" y="5674392"/>
            <a:ext cx="5751567" cy="923330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>
                <a:solidFill>
                  <a:srgbClr val="FFFF00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As avaliações de cada unidade devem ser agendadas de modo a garantir o lançamento até os prazos previstos no calendário acadêmico.</a:t>
            </a:r>
          </a:p>
        </p:txBody>
      </p: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9A1D87DD-38BD-94A0-C5F7-6F411B95EC30}"/>
              </a:ext>
            </a:extLst>
          </p:cNvPr>
          <p:cNvGrpSpPr/>
          <p:nvPr/>
        </p:nvGrpSpPr>
        <p:grpSpPr>
          <a:xfrm>
            <a:off x="9634756" y="5502759"/>
            <a:ext cx="2042719" cy="1039235"/>
            <a:chOff x="2298584" y="5213339"/>
            <a:chExt cx="2042719" cy="1039235"/>
          </a:xfrm>
        </p:grpSpPr>
        <p:sp>
          <p:nvSpPr>
            <p:cNvPr id="13" name="Forma Livre: Forma 22">
              <a:extLst>
                <a:ext uri="{FF2B5EF4-FFF2-40B4-BE49-F238E27FC236}">
                  <a16:creationId xmlns:a16="http://schemas.microsoft.com/office/drawing/2014/main" id="{9FDC5E3D-F325-48B2-A3B8-F720DE421A77}"/>
                </a:ext>
              </a:extLst>
            </p:cNvPr>
            <p:cNvSpPr/>
            <p:nvPr/>
          </p:nvSpPr>
          <p:spPr>
            <a:xfrm>
              <a:off x="2298584" y="5213339"/>
              <a:ext cx="2042719" cy="10392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pic>
          <p:nvPicPr>
            <p:cNvPr id="14" name="Imagem 13">
              <a:extLst>
                <a:ext uri="{FF2B5EF4-FFF2-40B4-BE49-F238E27FC236}">
                  <a16:creationId xmlns:a16="http://schemas.microsoft.com/office/drawing/2014/main" id="{92A744CF-CBCF-BB66-6208-5C35EDF3A92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541141" y="5384972"/>
              <a:ext cx="1581371" cy="695967"/>
            </a:xfrm>
            <a:prstGeom prst="rect">
              <a:avLst/>
            </a:prstGeom>
          </p:spPr>
        </p:pic>
      </p:grpSp>
      <p:sp>
        <p:nvSpPr>
          <p:cNvPr id="15" name="Forma Livre: Forma 22">
            <a:extLst>
              <a:ext uri="{FF2B5EF4-FFF2-40B4-BE49-F238E27FC236}">
                <a16:creationId xmlns:a16="http://schemas.microsoft.com/office/drawing/2014/main" id="{ED2A6048-5D07-D936-0A8D-A3AB4EC4F131}"/>
              </a:ext>
            </a:extLst>
          </p:cNvPr>
          <p:cNvSpPr/>
          <p:nvPr/>
        </p:nvSpPr>
        <p:spPr>
          <a:xfrm>
            <a:off x="448810" y="317142"/>
            <a:ext cx="3261799" cy="1016708"/>
          </a:xfrm>
          <a:prstGeom prst="rect">
            <a:avLst/>
          </a:prstGeom>
          <a:solidFill>
            <a:srgbClr val="702B1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457200" marR="0" lvl="1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800" b="1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Arial" panose="020B0604020202020204" pitchFamily="34" charset="0"/>
                <a:sym typeface="Arial"/>
              </a:rPr>
              <a:t>Nossas</a:t>
            </a:r>
          </a:p>
          <a:p>
            <a:pPr marL="457200" marR="0" lvl="1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800" b="1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Arial" panose="020B0604020202020204" pitchFamily="34" charset="0"/>
                <a:sym typeface="Arial"/>
              </a:rPr>
              <a:t>AVALIAÇÕES</a:t>
            </a:r>
          </a:p>
        </p:txBody>
      </p:sp>
    </p:spTree>
    <p:extLst>
      <p:ext uri="{BB962C8B-B14F-4D97-AF65-F5344CB8AC3E}">
        <p14:creationId xmlns:p14="http://schemas.microsoft.com/office/powerpoint/2010/main" val="45126572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DED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A8F6E27-81FD-EAE3-E4AB-1BA80977C8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Agrupar 12">
            <a:extLst>
              <a:ext uri="{FF2B5EF4-FFF2-40B4-BE49-F238E27FC236}">
                <a16:creationId xmlns:a16="http://schemas.microsoft.com/office/drawing/2014/main" id="{7458831E-CD40-3E2F-3516-412BA9FB7FCB}"/>
              </a:ext>
            </a:extLst>
          </p:cNvPr>
          <p:cNvGrpSpPr/>
          <p:nvPr/>
        </p:nvGrpSpPr>
        <p:grpSpPr>
          <a:xfrm>
            <a:off x="5118846" y="3743769"/>
            <a:ext cx="6558627" cy="1168891"/>
            <a:chOff x="438206" y="1647456"/>
            <a:chExt cx="4045615" cy="931699"/>
          </a:xfrm>
        </p:grpSpPr>
        <p:sp>
          <p:nvSpPr>
            <p:cNvPr id="11" name="Retângulo 10">
              <a:extLst>
                <a:ext uri="{FF2B5EF4-FFF2-40B4-BE49-F238E27FC236}">
                  <a16:creationId xmlns:a16="http://schemas.microsoft.com/office/drawing/2014/main" id="{8FA4B6FC-C7D4-BBFE-BFBC-9DAB36304F1F}"/>
                </a:ext>
              </a:extLst>
            </p:cNvPr>
            <p:cNvSpPr/>
            <p:nvPr/>
          </p:nvSpPr>
          <p:spPr>
            <a:xfrm>
              <a:off x="438206" y="1647456"/>
              <a:ext cx="4045615" cy="931699"/>
            </a:xfrm>
            <a:prstGeom prst="rect">
              <a:avLst/>
            </a:prstGeom>
            <a:solidFill>
              <a:srgbClr val="F05E3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There are many variations of passages…">
              <a:extLst>
                <a:ext uri="{FF2B5EF4-FFF2-40B4-BE49-F238E27FC236}">
                  <a16:creationId xmlns:a16="http://schemas.microsoft.com/office/drawing/2014/main" id="{EF6B167C-A533-EE2F-0B54-54B3127ABAD7}"/>
                </a:ext>
              </a:extLst>
            </p:cNvPr>
            <p:cNvSpPr txBox="1"/>
            <p:nvPr/>
          </p:nvSpPr>
          <p:spPr>
            <a:xfrm>
              <a:off x="565167" y="1718786"/>
              <a:ext cx="3791692" cy="58877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200">
                  <a:latin typeface="Arial"/>
                  <a:ea typeface="Arial"/>
                  <a:cs typeface="Arial"/>
                </a:defRPr>
              </a:pPr>
              <a:r>
                <a:rPr kumimoji="0" lang="pt-BR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cs typeface="Arial"/>
                </a:rPr>
                <a:t>Avaliação de </a:t>
              </a:r>
              <a:r>
                <a:rPr kumimoji="0" lang="pt-BR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cs typeface="Arial"/>
                </a:rPr>
                <a:t>Segunda Chamada Unificada </a:t>
              </a:r>
              <a:r>
                <a:rPr kumimoji="0" lang="pt-BR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cs typeface="Arial"/>
                </a:rPr>
                <a:t>deve contemplar </a:t>
              </a:r>
              <a:r>
                <a:rPr kumimoji="0" lang="pt-BR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cs typeface="Arial"/>
                </a:rPr>
                <a:t>todas as competências desenvolvidas ao longo da disciplina</a:t>
              </a:r>
              <a:r>
                <a:rPr kumimoji="0" lang="pt-BR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cs typeface="Arial"/>
                </a:rPr>
                <a:t>, independente da avaliação na qual o estudante se ausentou.</a:t>
              </a:r>
            </a:p>
          </p:txBody>
        </p:sp>
      </p:grpSp>
      <p:sp>
        <p:nvSpPr>
          <p:cNvPr id="19" name="Forma Livre: Forma 22">
            <a:extLst>
              <a:ext uri="{FF2B5EF4-FFF2-40B4-BE49-F238E27FC236}">
                <a16:creationId xmlns:a16="http://schemas.microsoft.com/office/drawing/2014/main" id="{FC2F2121-B070-4C4E-3D16-43D63D703824}"/>
              </a:ext>
            </a:extLst>
          </p:cNvPr>
          <p:cNvSpPr/>
          <p:nvPr/>
        </p:nvSpPr>
        <p:spPr>
          <a:xfrm>
            <a:off x="500568" y="487641"/>
            <a:ext cx="4618279" cy="1016708"/>
          </a:xfrm>
          <a:prstGeom prst="rect">
            <a:avLst/>
          </a:prstGeom>
          <a:solidFill>
            <a:srgbClr val="702B1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358775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200" b="1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Arial" panose="020B0604020202020204" pitchFamily="34" charset="0"/>
                <a:sym typeface="Arial"/>
              </a:rPr>
              <a:t>Segunda Chamada</a:t>
            </a:r>
          </a:p>
          <a:p>
            <a:pPr marL="0" marR="0" lvl="0" indent="358775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400" b="1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Arial" panose="020B0604020202020204" pitchFamily="34" charset="0"/>
                <a:sym typeface="Arial"/>
              </a:rPr>
              <a:t>09/12 (quarta-feira)</a:t>
            </a:r>
          </a:p>
        </p:txBody>
      </p:sp>
      <p:grpSp>
        <p:nvGrpSpPr>
          <p:cNvPr id="20" name="Agrupar 19">
            <a:extLst>
              <a:ext uri="{FF2B5EF4-FFF2-40B4-BE49-F238E27FC236}">
                <a16:creationId xmlns:a16="http://schemas.microsoft.com/office/drawing/2014/main" id="{188A6007-2095-48FB-0192-AC27EE7B8296}"/>
              </a:ext>
            </a:extLst>
          </p:cNvPr>
          <p:cNvGrpSpPr/>
          <p:nvPr/>
        </p:nvGrpSpPr>
        <p:grpSpPr>
          <a:xfrm>
            <a:off x="9634756" y="5502759"/>
            <a:ext cx="2042719" cy="1039235"/>
            <a:chOff x="2298584" y="5213339"/>
            <a:chExt cx="2042719" cy="1039235"/>
          </a:xfrm>
        </p:grpSpPr>
        <p:sp>
          <p:nvSpPr>
            <p:cNvPr id="21" name="Forma Livre: Forma 22">
              <a:extLst>
                <a:ext uri="{FF2B5EF4-FFF2-40B4-BE49-F238E27FC236}">
                  <a16:creationId xmlns:a16="http://schemas.microsoft.com/office/drawing/2014/main" id="{5469D6F2-99AA-24E6-618E-A77E46819AFA}"/>
                </a:ext>
              </a:extLst>
            </p:cNvPr>
            <p:cNvSpPr/>
            <p:nvPr/>
          </p:nvSpPr>
          <p:spPr>
            <a:xfrm>
              <a:off x="2298584" y="5213339"/>
              <a:ext cx="2042719" cy="10392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pic>
          <p:nvPicPr>
            <p:cNvPr id="22" name="Imagem 21">
              <a:extLst>
                <a:ext uri="{FF2B5EF4-FFF2-40B4-BE49-F238E27FC236}">
                  <a16:creationId xmlns:a16="http://schemas.microsoft.com/office/drawing/2014/main" id="{F512C419-B046-9454-5BF7-5E47F4D707B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541141" y="5384972"/>
              <a:ext cx="1581371" cy="695967"/>
            </a:xfrm>
            <a:prstGeom prst="rect">
              <a:avLst/>
            </a:prstGeom>
          </p:spPr>
        </p:pic>
      </p:grpSp>
      <p:sp>
        <p:nvSpPr>
          <p:cNvPr id="2" name="There are many variations of passages…">
            <a:extLst>
              <a:ext uri="{FF2B5EF4-FFF2-40B4-BE49-F238E27FC236}">
                <a16:creationId xmlns:a16="http://schemas.microsoft.com/office/drawing/2014/main" id="{47CAEB12-CFBA-5806-0760-B3649838C107}"/>
              </a:ext>
            </a:extLst>
          </p:cNvPr>
          <p:cNvSpPr txBox="1"/>
          <p:nvPr/>
        </p:nvSpPr>
        <p:spPr>
          <a:xfrm>
            <a:off x="590575" y="1858447"/>
            <a:ext cx="4459732" cy="223138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 numCol="1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>
                <a:latin typeface="Arial"/>
                <a:ea typeface="Arial"/>
                <a:cs typeface="Arial"/>
              </a:defRPr>
            </a:pPr>
            <a:r>
              <a:rPr kumimoji="0" lang="pt-BR" sz="2400" b="1" i="0" u="none" strike="noStrike" kern="1200" cap="none" spc="0" normalizeH="0" baseline="0" noProof="0" dirty="0">
                <a:ln>
                  <a:noFill/>
                </a:ln>
                <a:solidFill>
                  <a:srgbClr val="702B17"/>
                </a:solidFill>
                <a:effectLst/>
                <a:uLnTx/>
                <a:uFillTx/>
                <a:latin typeface="Arial"/>
                <a:cs typeface="Arial"/>
              </a:rPr>
              <a:t>Horário de Aplicação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>
                <a:latin typeface="Arial"/>
                <a:ea typeface="Arial"/>
                <a:cs typeface="Arial"/>
              </a:defRPr>
            </a:pPr>
            <a:endParaRPr kumimoji="0" lang="pt-BR" sz="200" b="1" i="0" u="none" strike="noStrike" kern="1200" cap="none" spc="0" normalizeH="0" baseline="0" noProof="0" dirty="0">
              <a:ln>
                <a:noFill/>
              </a:ln>
              <a:solidFill>
                <a:srgbClr val="702B17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>
                <a:latin typeface="Arial"/>
                <a:ea typeface="Arial"/>
                <a:cs typeface="Arial"/>
              </a:defRPr>
            </a:pPr>
            <a:endParaRPr kumimoji="0" lang="pt-BR" sz="1000" b="1" i="0" u="none" strike="noStrike" kern="1200" cap="none" spc="0" normalizeH="0" baseline="0" noProof="0" dirty="0">
              <a:ln>
                <a:noFill/>
              </a:ln>
              <a:solidFill>
                <a:srgbClr val="702B17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>
                <a:latin typeface="Arial"/>
                <a:ea typeface="Arial"/>
                <a:cs typeface="Arial"/>
              </a:defRPr>
            </a:pPr>
            <a:endParaRPr kumimoji="0" lang="pt-BR" sz="700" b="0" i="0" u="none" strike="noStrike" kern="1200" cap="none" spc="0" normalizeH="0" baseline="0" noProof="0" dirty="0">
              <a:ln>
                <a:noFill/>
              </a:ln>
              <a:solidFill>
                <a:srgbClr val="702B17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5E30"/>
              </a:buClr>
              <a:buSzTx/>
              <a:buFont typeface="Arial" panose="020B0604020202020204" pitchFamily="34" charset="0"/>
              <a:buChar char="•"/>
              <a:tabLst/>
              <a:defRPr sz="3200">
                <a:latin typeface="Arial"/>
                <a:ea typeface="Arial"/>
                <a:cs typeface="Arial"/>
              </a:defRPr>
            </a:pPr>
            <a:r>
              <a:rPr kumimoji="0" lang="pt-BR" sz="2400" b="1" i="0" u="none" strike="noStrike" kern="1200" cap="none" spc="0" normalizeH="0" baseline="0" noProof="0" dirty="0">
                <a:ln>
                  <a:noFill/>
                </a:ln>
                <a:solidFill>
                  <a:srgbClr val="702B17"/>
                </a:solidFill>
                <a:effectLst/>
                <a:uLnTx/>
                <a:uFillTx/>
                <a:latin typeface="Arial"/>
                <a:cs typeface="Arial"/>
              </a:rPr>
              <a:t>Diurno</a:t>
            </a:r>
            <a:r>
              <a:rPr kumimoji="0" lang="pt-BR" sz="2400" b="0" i="0" u="none" strike="noStrike" kern="1200" cap="none" spc="0" normalizeH="0" baseline="0" noProof="0" dirty="0">
                <a:ln>
                  <a:noFill/>
                </a:ln>
                <a:solidFill>
                  <a:srgbClr val="702B17"/>
                </a:solidFill>
                <a:effectLst/>
                <a:uLnTx/>
                <a:uFillTx/>
                <a:latin typeface="Arial"/>
                <a:cs typeface="Arial"/>
              </a:rPr>
              <a:t>:  8h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>
                <a:latin typeface="Arial"/>
                <a:ea typeface="Arial"/>
                <a:cs typeface="Arial"/>
              </a:defRPr>
            </a:pPr>
            <a:r>
              <a:rPr kumimoji="0" lang="pt-BR" sz="1600" b="0" i="1" u="none" strike="noStrike" kern="1200" cap="none" spc="0" normalizeH="0" baseline="0" noProof="0" dirty="0">
                <a:ln>
                  <a:noFill/>
                </a:ln>
                <a:solidFill>
                  <a:srgbClr val="F05E30"/>
                </a:solidFill>
                <a:effectLst/>
                <a:uLnTx/>
                <a:uFillTx/>
                <a:latin typeface="Arial"/>
                <a:cs typeface="Arial"/>
              </a:rPr>
              <a:t>(Disciplinas ofertadas entre às 7h10 até 18h20)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>
                <a:latin typeface="Arial"/>
                <a:ea typeface="Arial"/>
                <a:cs typeface="Arial"/>
              </a:defRPr>
            </a:pPr>
            <a:r>
              <a:rPr kumimoji="0" lang="pt-BR" sz="900" b="0" i="0" u="none" strike="noStrike" kern="1200" cap="none" spc="0" normalizeH="0" baseline="0" noProof="0" dirty="0">
                <a:ln>
                  <a:noFill/>
                </a:ln>
                <a:solidFill>
                  <a:srgbClr val="702B17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>
                <a:latin typeface="Arial"/>
                <a:ea typeface="Arial"/>
                <a:cs typeface="Arial"/>
              </a:defRPr>
            </a:pPr>
            <a:endParaRPr kumimoji="0" lang="pt-BR" sz="100" b="0" i="0" u="none" strike="noStrike" kern="1200" cap="none" spc="0" normalizeH="0" baseline="0" noProof="0" dirty="0">
              <a:ln>
                <a:noFill/>
              </a:ln>
              <a:solidFill>
                <a:srgbClr val="702B17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>
                <a:latin typeface="Arial"/>
                <a:ea typeface="Arial"/>
                <a:cs typeface="Arial"/>
              </a:defRPr>
            </a:pPr>
            <a:endParaRPr kumimoji="0" lang="pt-BR" sz="900" b="0" i="0" u="none" strike="noStrike" kern="1200" cap="none" spc="0" normalizeH="0" baseline="0" noProof="0" dirty="0">
              <a:ln>
                <a:noFill/>
              </a:ln>
              <a:solidFill>
                <a:srgbClr val="702B17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5E30"/>
              </a:buClr>
              <a:buSzTx/>
              <a:buFont typeface="Arial" panose="020B0604020202020204" pitchFamily="34" charset="0"/>
              <a:buChar char="•"/>
              <a:tabLst/>
              <a:defRPr sz="3200">
                <a:latin typeface="Arial"/>
                <a:ea typeface="Arial"/>
                <a:cs typeface="Arial"/>
              </a:defRPr>
            </a:pPr>
            <a:r>
              <a:rPr kumimoji="0" lang="pt-BR" sz="2400" b="1" i="0" u="none" strike="noStrike" kern="1200" cap="none" spc="0" normalizeH="0" baseline="0" noProof="0" dirty="0">
                <a:ln>
                  <a:noFill/>
                </a:ln>
                <a:solidFill>
                  <a:srgbClr val="702B17"/>
                </a:solidFill>
                <a:effectLst/>
                <a:uLnTx/>
                <a:uFillTx/>
                <a:latin typeface="Arial"/>
                <a:cs typeface="Arial"/>
              </a:rPr>
              <a:t>Noturno</a:t>
            </a:r>
            <a:r>
              <a:rPr kumimoji="0" lang="pt-BR" sz="2400" b="0" i="0" u="none" strike="noStrike" kern="1200" cap="none" spc="0" normalizeH="0" baseline="0" noProof="0" dirty="0">
                <a:ln>
                  <a:noFill/>
                </a:ln>
                <a:solidFill>
                  <a:srgbClr val="702B17"/>
                </a:solidFill>
                <a:effectLst/>
                <a:uLnTx/>
                <a:uFillTx/>
                <a:latin typeface="Arial"/>
                <a:cs typeface="Arial"/>
              </a:rPr>
              <a:t>: 18h30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>
                <a:latin typeface="Arial"/>
                <a:ea typeface="Arial"/>
                <a:cs typeface="Arial"/>
              </a:defRPr>
            </a:pPr>
            <a:r>
              <a:rPr kumimoji="0" lang="pt-BR" sz="1600" b="0" i="1" u="none" strike="noStrike" kern="1200" cap="none" spc="0" normalizeH="0" baseline="0" noProof="0" dirty="0">
                <a:ln>
                  <a:noFill/>
                </a:ln>
                <a:solidFill>
                  <a:srgbClr val="F05E30"/>
                </a:solidFill>
                <a:effectLst/>
                <a:uLnTx/>
                <a:uFillTx/>
                <a:latin typeface="Arial"/>
                <a:cs typeface="Arial"/>
              </a:rPr>
              <a:t>(Disciplinas ofertadas entre 18h30 e 22h)</a:t>
            </a:r>
          </a:p>
        </p:txBody>
      </p:sp>
      <p:grpSp>
        <p:nvGrpSpPr>
          <p:cNvPr id="25" name="Agrupar 24">
            <a:extLst>
              <a:ext uri="{FF2B5EF4-FFF2-40B4-BE49-F238E27FC236}">
                <a16:creationId xmlns:a16="http://schemas.microsoft.com/office/drawing/2014/main" id="{3DCB2D39-F7C7-4FB0-AEA7-CFE811540416}"/>
              </a:ext>
            </a:extLst>
          </p:cNvPr>
          <p:cNvGrpSpPr/>
          <p:nvPr/>
        </p:nvGrpSpPr>
        <p:grpSpPr>
          <a:xfrm>
            <a:off x="5118847" y="1504349"/>
            <a:ext cx="6558628" cy="2159240"/>
            <a:chOff x="448810" y="2628421"/>
            <a:chExt cx="6340179" cy="2159240"/>
          </a:xfrm>
        </p:grpSpPr>
        <p:sp>
          <p:nvSpPr>
            <p:cNvPr id="14" name="Retângulo 13">
              <a:extLst>
                <a:ext uri="{FF2B5EF4-FFF2-40B4-BE49-F238E27FC236}">
                  <a16:creationId xmlns:a16="http://schemas.microsoft.com/office/drawing/2014/main" id="{6C45173C-520F-FDD6-4D8F-C42A88CFEF38}"/>
                </a:ext>
              </a:extLst>
            </p:cNvPr>
            <p:cNvSpPr/>
            <p:nvPr/>
          </p:nvSpPr>
          <p:spPr>
            <a:xfrm>
              <a:off x="448810" y="2628421"/>
              <a:ext cx="6340179" cy="2159240"/>
            </a:xfrm>
            <a:prstGeom prst="rect">
              <a:avLst/>
            </a:prstGeom>
            <a:solidFill>
              <a:srgbClr val="F05E3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7" name="There are many variations of passages…">
              <a:extLst>
                <a:ext uri="{FF2B5EF4-FFF2-40B4-BE49-F238E27FC236}">
                  <a16:creationId xmlns:a16="http://schemas.microsoft.com/office/drawing/2014/main" id="{CF5A8405-E18D-50A1-518C-CBCACE55E9A9}"/>
                </a:ext>
              </a:extLst>
            </p:cNvPr>
            <p:cNvSpPr txBox="1"/>
            <p:nvPr/>
          </p:nvSpPr>
          <p:spPr>
            <a:xfrm>
              <a:off x="581524" y="2702129"/>
              <a:ext cx="6078068" cy="172354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200">
                  <a:latin typeface="Arial"/>
                  <a:ea typeface="Arial"/>
                  <a:cs typeface="Arial"/>
                </a:defRPr>
              </a:pPr>
              <a:r>
                <a:rPr kumimoji="0" lang="pt-BR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cs typeface="Arial"/>
                </a:rPr>
                <a:t>O aluno que não comparecer no dia da avaliação deverá abrir requerimento com o documento comprobatório de justificativa, em até </a:t>
              </a:r>
              <a:r>
                <a:rPr kumimoji="0" lang="pt-BR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cs typeface="Arial"/>
                </a:rPr>
                <a:t>48 horas corridas</a:t>
              </a:r>
              <a:r>
                <a:rPr kumimoji="0" lang="pt-BR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cs typeface="Arial"/>
                </a:rPr>
                <a:t>,</a:t>
              </a:r>
              <a:r>
                <a:rPr kumimoji="0" lang="pt-BR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cs typeface="Arial"/>
                </a:rPr>
                <a:t> </a:t>
              </a:r>
              <a:r>
                <a:rPr kumimoji="0" lang="pt-BR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cs typeface="Arial"/>
                </a:rPr>
                <a:t>após a aplicação da prova.</a:t>
              </a:r>
            </a:p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200">
                  <a:latin typeface="Arial"/>
                  <a:ea typeface="Arial"/>
                  <a:cs typeface="Arial"/>
                </a:defRPr>
              </a:pPr>
              <a:endParaRPr kumimoji="0" lang="pt-BR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Arial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200">
                  <a:latin typeface="Arial"/>
                  <a:ea typeface="Arial"/>
                  <a:cs typeface="Arial"/>
                </a:defRPr>
              </a:pPr>
              <a:r>
                <a:rPr kumimoji="0" lang="pt-BR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cs typeface="Arial"/>
                </a:rPr>
                <a:t>Estudantes que faltarem mais de uma avaliação, uma vez deferidos os requerimentos, realizará a </a:t>
              </a:r>
              <a:r>
                <a:rPr kumimoji="0" lang="pt-BR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cs typeface="Arial"/>
                </a:rPr>
                <a:t>Segunda Chamada Unificada </a:t>
              </a:r>
              <a:r>
                <a:rPr kumimoji="0" lang="pt-BR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cs typeface="Arial"/>
                </a:rPr>
                <a:t>e esta </a:t>
              </a:r>
              <a:r>
                <a:rPr kumimoji="0" lang="pt-BR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cs typeface="Arial"/>
                </a:rPr>
                <a:t>substituirá todas as unidades sem nota</a:t>
              </a:r>
              <a:r>
                <a:rPr kumimoji="0" lang="pt-BR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cs typeface="Arial"/>
                </a:rPr>
                <a:t>, exceto EDAG.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258330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2B1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719958-EA8E-A0FD-A682-6EE656378C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F2280F68-E729-C887-19F2-93CAFE8D2C5F}"/>
              </a:ext>
            </a:extLst>
          </p:cNvPr>
          <p:cNvSpPr/>
          <p:nvPr/>
        </p:nvSpPr>
        <p:spPr>
          <a:xfrm>
            <a:off x="955430" y="2496821"/>
            <a:ext cx="10281140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6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  <a:sym typeface="Arial"/>
              </a:rPr>
              <a:t>Referências</a:t>
            </a:r>
          </a:p>
        </p:txBody>
      </p:sp>
      <p:grpSp>
        <p:nvGrpSpPr>
          <p:cNvPr id="3" name="Agrupar 2">
            <a:extLst>
              <a:ext uri="{FF2B5EF4-FFF2-40B4-BE49-F238E27FC236}">
                <a16:creationId xmlns:a16="http://schemas.microsoft.com/office/drawing/2014/main" id="{AF06624F-AFC8-1A37-4D05-8AEAD46A738F}"/>
              </a:ext>
            </a:extLst>
          </p:cNvPr>
          <p:cNvGrpSpPr/>
          <p:nvPr/>
        </p:nvGrpSpPr>
        <p:grpSpPr>
          <a:xfrm>
            <a:off x="5074640" y="5588898"/>
            <a:ext cx="2042719" cy="1039235"/>
            <a:chOff x="2298584" y="5213339"/>
            <a:chExt cx="2042719" cy="1039235"/>
          </a:xfrm>
        </p:grpSpPr>
        <p:sp>
          <p:nvSpPr>
            <p:cNvPr id="5" name="Forma Livre: Forma 22">
              <a:extLst>
                <a:ext uri="{FF2B5EF4-FFF2-40B4-BE49-F238E27FC236}">
                  <a16:creationId xmlns:a16="http://schemas.microsoft.com/office/drawing/2014/main" id="{F3975E4C-B57A-66AE-4645-92AE38618F3D}"/>
                </a:ext>
              </a:extLst>
            </p:cNvPr>
            <p:cNvSpPr/>
            <p:nvPr/>
          </p:nvSpPr>
          <p:spPr>
            <a:xfrm>
              <a:off x="2298584" y="5213339"/>
              <a:ext cx="2042719" cy="10392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pic>
          <p:nvPicPr>
            <p:cNvPr id="6" name="Imagem 5">
              <a:extLst>
                <a:ext uri="{FF2B5EF4-FFF2-40B4-BE49-F238E27FC236}">
                  <a16:creationId xmlns:a16="http://schemas.microsoft.com/office/drawing/2014/main" id="{469974F5-0267-089A-A155-A25006EFFB4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541141" y="5384972"/>
              <a:ext cx="1581371" cy="69596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8291658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Agrupar 15">
            <a:extLst>
              <a:ext uri="{FF2B5EF4-FFF2-40B4-BE49-F238E27FC236}">
                <a16:creationId xmlns:a16="http://schemas.microsoft.com/office/drawing/2014/main" id="{6E8129EB-03A8-EBE7-EA3F-59412C7402D8}"/>
              </a:ext>
            </a:extLst>
          </p:cNvPr>
          <p:cNvGrpSpPr/>
          <p:nvPr/>
        </p:nvGrpSpPr>
        <p:grpSpPr>
          <a:xfrm>
            <a:off x="-36576" y="-18288"/>
            <a:ext cx="1810512" cy="1812000"/>
            <a:chOff x="-36576" y="-18288"/>
            <a:chExt cx="3268916" cy="3271602"/>
          </a:xfrm>
        </p:grpSpPr>
        <p:sp>
          <p:nvSpPr>
            <p:cNvPr id="17" name="Forma Livre: Forma 16">
              <a:extLst>
                <a:ext uri="{FF2B5EF4-FFF2-40B4-BE49-F238E27FC236}">
                  <a16:creationId xmlns:a16="http://schemas.microsoft.com/office/drawing/2014/main" id="{6DF81430-7DAE-D668-8FC6-BFE620FE5B77}"/>
                </a:ext>
              </a:extLst>
            </p:cNvPr>
            <p:cNvSpPr/>
            <p:nvPr/>
          </p:nvSpPr>
          <p:spPr>
            <a:xfrm>
              <a:off x="-36576" y="-18288"/>
              <a:ext cx="3268916" cy="3271602"/>
            </a:xfrm>
            <a:custGeom>
              <a:avLst/>
              <a:gdLst>
                <a:gd name="connsiteX0" fmla="*/ 2450802 w 3268916"/>
                <a:gd name="connsiteY0" fmla="*/ 0 h 3271602"/>
                <a:gd name="connsiteX1" fmla="*/ 3154168 w 3268916"/>
                <a:gd name="connsiteY1" fmla="*/ 0 h 3271602"/>
                <a:gd name="connsiteX2" fmla="*/ 3155777 w 3268916"/>
                <a:gd name="connsiteY2" fmla="*/ 4392 h 3271602"/>
                <a:gd name="connsiteX3" fmla="*/ 3268916 w 3268916"/>
                <a:gd name="connsiteY3" fmla="*/ 751602 h 3271602"/>
                <a:gd name="connsiteX4" fmla="*/ 748913 w 3268916"/>
                <a:gd name="connsiteY4" fmla="*/ 3271602 h 3271602"/>
                <a:gd name="connsiteX5" fmla="*/ 240523 w 3268916"/>
                <a:gd name="connsiteY5" fmla="*/ 3218443 h 3271602"/>
                <a:gd name="connsiteX6" fmla="*/ 0 w 3268916"/>
                <a:gd name="connsiteY6" fmla="*/ 3155922 h 3271602"/>
                <a:gd name="connsiteX7" fmla="*/ 0 w 3268916"/>
                <a:gd name="connsiteY7" fmla="*/ 2447446 h 3271602"/>
                <a:gd name="connsiteX8" fmla="*/ 23024 w 3268916"/>
                <a:gd name="connsiteY8" fmla="*/ 2458527 h 3271602"/>
                <a:gd name="connsiteX9" fmla="*/ 748913 w 3268916"/>
                <a:gd name="connsiteY9" fmla="*/ 2606691 h 3271602"/>
                <a:gd name="connsiteX10" fmla="*/ 2612319 w 3268916"/>
                <a:gd name="connsiteY10" fmla="*/ 751603 h 3271602"/>
                <a:gd name="connsiteX11" fmla="*/ 2466072 w 3268916"/>
                <a:gd name="connsiteY11" fmla="*/ 31524 h 3271602"/>
                <a:gd name="connsiteX12" fmla="*/ 2450802 w 3268916"/>
                <a:gd name="connsiteY12" fmla="*/ 0 h 32716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268916" h="3271602">
                  <a:moveTo>
                    <a:pt x="2450802" y="0"/>
                  </a:moveTo>
                  <a:lnTo>
                    <a:pt x="3154168" y="0"/>
                  </a:lnTo>
                  <a:lnTo>
                    <a:pt x="3155777" y="4392"/>
                  </a:lnTo>
                  <a:cubicBezTo>
                    <a:pt x="3229315" y="240512"/>
                    <a:pt x="3268916" y="491470"/>
                    <a:pt x="3268916" y="751602"/>
                  </a:cubicBezTo>
                  <a:cubicBezTo>
                    <a:pt x="3268916" y="2138972"/>
                    <a:pt x="2142490" y="3265395"/>
                    <a:pt x="748913" y="3271602"/>
                  </a:cubicBezTo>
                  <a:cubicBezTo>
                    <a:pt x="574716" y="3270826"/>
                    <a:pt x="404693" y="3252547"/>
                    <a:pt x="240523" y="3218443"/>
                  </a:cubicBezTo>
                  <a:lnTo>
                    <a:pt x="0" y="3155922"/>
                  </a:lnTo>
                  <a:lnTo>
                    <a:pt x="0" y="2447446"/>
                  </a:lnTo>
                  <a:lnTo>
                    <a:pt x="23024" y="2458527"/>
                  </a:lnTo>
                  <a:cubicBezTo>
                    <a:pt x="246022" y="2552866"/>
                    <a:pt x="491294" y="2605549"/>
                    <a:pt x="748913" y="2606691"/>
                  </a:cubicBezTo>
                  <a:cubicBezTo>
                    <a:pt x="1779387" y="2602122"/>
                    <a:pt x="2612319" y="1772910"/>
                    <a:pt x="2612319" y="751603"/>
                  </a:cubicBezTo>
                  <a:cubicBezTo>
                    <a:pt x="2612319" y="496276"/>
                    <a:pt x="2560261" y="252955"/>
                    <a:pt x="2466072" y="31524"/>
                  </a:cubicBezTo>
                  <a:lnTo>
                    <a:pt x="2450802" y="0"/>
                  </a:lnTo>
                  <a:close/>
                </a:path>
              </a:pathLst>
            </a:custGeom>
            <a:noFill/>
            <a:ln w="38100">
              <a:solidFill>
                <a:srgbClr val="005EA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pt-BR"/>
            </a:p>
          </p:txBody>
        </p:sp>
        <p:sp>
          <p:nvSpPr>
            <p:cNvPr id="18" name="Forma Livre: Forma 17">
              <a:extLst>
                <a:ext uri="{FF2B5EF4-FFF2-40B4-BE49-F238E27FC236}">
                  <a16:creationId xmlns:a16="http://schemas.microsoft.com/office/drawing/2014/main" id="{54ABCDDE-1F43-1BF0-2AC7-32FB4BF0A086}"/>
                </a:ext>
              </a:extLst>
            </p:cNvPr>
            <p:cNvSpPr/>
            <p:nvPr/>
          </p:nvSpPr>
          <p:spPr>
            <a:xfrm>
              <a:off x="-36575" y="-18288"/>
              <a:ext cx="2612319" cy="2606691"/>
            </a:xfrm>
            <a:custGeom>
              <a:avLst/>
              <a:gdLst>
                <a:gd name="connsiteX0" fmla="*/ 0 w 2612319"/>
                <a:gd name="connsiteY0" fmla="*/ 0 h 2606691"/>
                <a:gd name="connsiteX1" fmla="*/ 2450802 w 2612319"/>
                <a:gd name="connsiteY1" fmla="*/ 0 h 2606691"/>
                <a:gd name="connsiteX2" fmla="*/ 2466072 w 2612319"/>
                <a:gd name="connsiteY2" fmla="*/ 31524 h 2606691"/>
                <a:gd name="connsiteX3" fmla="*/ 2612319 w 2612319"/>
                <a:gd name="connsiteY3" fmla="*/ 751603 h 2606691"/>
                <a:gd name="connsiteX4" fmla="*/ 748913 w 2612319"/>
                <a:gd name="connsiteY4" fmla="*/ 2606691 h 2606691"/>
                <a:gd name="connsiteX5" fmla="*/ 23024 w 2612319"/>
                <a:gd name="connsiteY5" fmla="*/ 2458527 h 2606691"/>
                <a:gd name="connsiteX6" fmla="*/ 0 w 2612319"/>
                <a:gd name="connsiteY6" fmla="*/ 2447446 h 2606691"/>
                <a:gd name="connsiteX7" fmla="*/ 0 w 2612319"/>
                <a:gd name="connsiteY7" fmla="*/ 0 h 2606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612319" h="2606691">
                  <a:moveTo>
                    <a:pt x="0" y="0"/>
                  </a:moveTo>
                  <a:lnTo>
                    <a:pt x="2450802" y="0"/>
                  </a:lnTo>
                  <a:lnTo>
                    <a:pt x="2466072" y="31524"/>
                  </a:lnTo>
                  <a:cubicBezTo>
                    <a:pt x="2560261" y="252955"/>
                    <a:pt x="2612319" y="496276"/>
                    <a:pt x="2612319" y="751603"/>
                  </a:cubicBezTo>
                  <a:cubicBezTo>
                    <a:pt x="2612319" y="1772910"/>
                    <a:pt x="1779387" y="2602122"/>
                    <a:pt x="748913" y="2606691"/>
                  </a:cubicBezTo>
                  <a:cubicBezTo>
                    <a:pt x="491294" y="2605549"/>
                    <a:pt x="246022" y="2552866"/>
                    <a:pt x="23024" y="2458527"/>
                  </a:cubicBezTo>
                  <a:lnTo>
                    <a:pt x="0" y="24474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5EA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pt-BR"/>
            </a:p>
          </p:txBody>
        </p:sp>
      </p:grpSp>
      <p:sp>
        <p:nvSpPr>
          <p:cNvPr id="3" name="Retângulo 2">
            <a:extLst>
              <a:ext uri="{FF2B5EF4-FFF2-40B4-BE49-F238E27FC236}">
                <a16:creationId xmlns:a16="http://schemas.microsoft.com/office/drawing/2014/main" id="{DC00F77D-5060-2976-9656-BD0FC551D847}"/>
              </a:ext>
            </a:extLst>
          </p:cNvPr>
          <p:cNvSpPr/>
          <p:nvPr/>
        </p:nvSpPr>
        <p:spPr>
          <a:xfrm>
            <a:off x="1878591" y="47380"/>
            <a:ext cx="4217409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377">
              <a:defRPr/>
            </a:pPr>
            <a:r>
              <a:rPr lang="pt-BR" sz="2800" spc="300" dirty="0">
                <a:solidFill>
                  <a:srgbClr val="005EA9"/>
                </a:solidFill>
                <a:latin typeface="Calibri" panose="020F0502020204030204"/>
                <a:cs typeface="Arial" panose="020B0604020202020204" pitchFamily="34" charset="0"/>
                <a:sym typeface="Arial"/>
              </a:rPr>
              <a:t>Nossas</a:t>
            </a:r>
            <a:endParaRPr lang="pt-BR" sz="2800" b="1" spc="300" dirty="0">
              <a:solidFill>
                <a:srgbClr val="005EA9"/>
              </a:solidFill>
              <a:latin typeface="Calibri" panose="020F0502020204030204"/>
              <a:cs typeface="Arial" panose="020B0604020202020204" pitchFamily="34" charset="0"/>
              <a:sym typeface="Arial"/>
            </a:endParaRPr>
          </a:p>
          <a:p>
            <a:pPr defTabSz="914377">
              <a:defRPr/>
            </a:pPr>
            <a:r>
              <a:rPr lang="pt-BR" sz="4000" b="1" spc="300" dirty="0">
                <a:solidFill>
                  <a:srgbClr val="005EA9"/>
                </a:solidFill>
                <a:latin typeface="Calibri" panose="020F0502020204030204"/>
                <a:cs typeface="Arial" panose="020B0604020202020204" pitchFamily="34" charset="0"/>
                <a:sym typeface="Arial"/>
              </a:rPr>
              <a:t>REFERÊNCIAS</a:t>
            </a:r>
          </a:p>
        </p:txBody>
      </p:sp>
      <p:grpSp>
        <p:nvGrpSpPr>
          <p:cNvPr id="4" name="Agrupar 3">
            <a:extLst>
              <a:ext uri="{FF2B5EF4-FFF2-40B4-BE49-F238E27FC236}">
                <a16:creationId xmlns:a16="http://schemas.microsoft.com/office/drawing/2014/main" id="{158E93AF-CDDC-3AF1-A521-D54B9D89255E}"/>
              </a:ext>
            </a:extLst>
          </p:cNvPr>
          <p:cNvGrpSpPr/>
          <p:nvPr/>
        </p:nvGrpSpPr>
        <p:grpSpPr>
          <a:xfrm>
            <a:off x="2344844" y="1593685"/>
            <a:ext cx="7775575" cy="4418012"/>
            <a:chOff x="2344844" y="1593685"/>
            <a:chExt cx="7775575" cy="4418012"/>
          </a:xfrm>
        </p:grpSpPr>
        <p:sp>
          <p:nvSpPr>
            <p:cNvPr id="5" name="CaixaDeTexto 1">
              <a:extLst>
                <a:ext uri="{FF2B5EF4-FFF2-40B4-BE49-F238E27FC236}">
                  <a16:creationId xmlns:a16="http://schemas.microsoft.com/office/drawing/2014/main" id="{D34BB77A-BEA3-A3C5-0B6B-9A5DBB9950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44844" y="1593685"/>
              <a:ext cx="7775575" cy="7699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285750" indent="-285750">
                <a:defRPr>
                  <a:solidFill>
                    <a:schemeClr val="bg1"/>
                  </a:solidFill>
                  <a:latin typeface="Arial" panose="020B0604020202020204" pitchFamily="34" charset="0"/>
                  <a:cs typeface="Droid Sans Fallback" charset="0"/>
                </a:defRPr>
              </a:lvl1pPr>
              <a:lvl2pPr>
                <a:defRPr>
                  <a:solidFill>
                    <a:schemeClr val="bg1"/>
                  </a:solidFill>
                  <a:latin typeface="Arial" panose="020B0604020202020204" pitchFamily="34" charset="0"/>
                  <a:cs typeface="Droid Sans Fallback" charset="0"/>
                </a:defRPr>
              </a:lvl2pPr>
              <a:lvl3pPr>
                <a:defRPr>
                  <a:solidFill>
                    <a:schemeClr val="bg1"/>
                  </a:solidFill>
                  <a:latin typeface="Arial" panose="020B0604020202020204" pitchFamily="34" charset="0"/>
                  <a:cs typeface="Droid Sans Fallback" charset="0"/>
                </a:defRPr>
              </a:lvl3pPr>
              <a:lvl4pPr>
                <a:defRPr>
                  <a:solidFill>
                    <a:schemeClr val="bg1"/>
                  </a:solidFill>
                  <a:latin typeface="Arial" panose="020B0604020202020204" pitchFamily="34" charset="0"/>
                  <a:cs typeface="Droid Sans Fallback" charset="0"/>
                </a:defRPr>
              </a:lvl4pPr>
              <a:lvl5pPr>
                <a:defRPr>
                  <a:solidFill>
                    <a:schemeClr val="bg1"/>
                  </a:solidFill>
                  <a:latin typeface="Arial" panose="020B0604020202020204" pitchFamily="34" charset="0"/>
                  <a:cs typeface="Droid Sans Fallback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bg1"/>
                  </a:solidFill>
                  <a:latin typeface="Arial" panose="020B0604020202020204" pitchFamily="34" charset="0"/>
                  <a:cs typeface="Droid Sans Fallback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bg1"/>
                  </a:solidFill>
                  <a:latin typeface="Arial" panose="020B0604020202020204" pitchFamily="34" charset="0"/>
                  <a:cs typeface="Droid Sans Fallback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bg1"/>
                  </a:solidFill>
                  <a:latin typeface="Arial" panose="020B0604020202020204" pitchFamily="34" charset="0"/>
                  <a:cs typeface="Droid Sans Fallback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bg1"/>
                  </a:solidFill>
                  <a:latin typeface="Arial" panose="020B0604020202020204" pitchFamily="34" charset="0"/>
                  <a:cs typeface="Droid Sans Fallback" charset="0"/>
                </a:defRPr>
              </a:lvl9pPr>
            </a:lstStyle>
            <a:p>
              <a:pPr algn="just" defTabSz="914400">
                <a:buFont typeface="Wingdings" panose="05000000000000000000" pitchFamily="2" charset="2"/>
                <a:buChar char="ü"/>
              </a:pPr>
              <a:r>
                <a:rPr lang="pt-BR" altLang="sv-SE" sz="2200" dirty="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SEDRA, </a:t>
              </a:r>
              <a:r>
                <a:rPr lang="pt-BR" altLang="sv-SE" sz="2200" dirty="0" err="1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Adel</a:t>
              </a:r>
              <a:r>
                <a:rPr lang="pt-BR" altLang="sv-SE" sz="2200" dirty="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S; SMITH, Kenneth </a:t>
              </a:r>
              <a:r>
                <a:rPr lang="pt-BR" altLang="sv-SE" sz="2200" dirty="0" err="1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Carless</a:t>
              </a:r>
              <a:r>
                <a:rPr lang="pt-BR" altLang="sv-SE" sz="2200" dirty="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. </a:t>
              </a:r>
              <a:r>
                <a:rPr lang="pt-BR" altLang="sv-SE" sz="2200" dirty="0">
                  <a:solidFill>
                    <a:srgbClr val="333399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Microeletrônica</a:t>
              </a:r>
              <a:r>
                <a:rPr lang="pt-BR" altLang="sv-SE" sz="2200" dirty="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. 5a Ed. São Paulo: Makron Books, 2007.</a:t>
              </a:r>
            </a:p>
          </p:txBody>
        </p:sp>
        <p:pic>
          <p:nvPicPr>
            <p:cNvPr id="6" name="Imagem 1">
              <a:extLst>
                <a:ext uri="{FF2B5EF4-FFF2-40B4-BE49-F238E27FC236}">
                  <a16:creationId xmlns:a16="http://schemas.microsoft.com/office/drawing/2014/main" id="{3507834B-8DED-AAE3-2466-706D882596B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48531" y="2771610"/>
              <a:ext cx="2463800" cy="32400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" name="Imagem 2">
              <a:extLst>
                <a:ext uri="{FF2B5EF4-FFF2-40B4-BE49-F238E27FC236}">
                  <a16:creationId xmlns:a16="http://schemas.microsoft.com/office/drawing/2014/main" id="{06FE426F-1511-8504-649F-C663BFB1A97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79881" y="2771610"/>
              <a:ext cx="3240088" cy="32400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8" name="Imagem 7" descr="Desenho com traços pretos em fundo branco e letras pretas&#10;&#10;O conteúdo gerado por IA pode estar incorreto.">
            <a:extLst>
              <a:ext uri="{FF2B5EF4-FFF2-40B4-BE49-F238E27FC236}">
                <a16:creationId xmlns:a16="http://schemas.microsoft.com/office/drawing/2014/main" id="{100B6885-E48C-A711-679F-CB24A4C6F67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5060" y="6104261"/>
            <a:ext cx="1464457" cy="644361"/>
          </a:xfrm>
          <a:prstGeom prst="rect">
            <a:avLst/>
          </a:prstGeom>
        </p:spPr>
      </p:pic>
      <p:grpSp>
        <p:nvGrpSpPr>
          <p:cNvPr id="2" name="Agrupar 1">
            <a:extLst>
              <a:ext uri="{FF2B5EF4-FFF2-40B4-BE49-F238E27FC236}">
                <a16:creationId xmlns:a16="http://schemas.microsoft.com/office/drawing/2014/main" id="{2DEA51A8-28CD-FEFB-8CDB-B959C2E3E6BD}"/>
              </a:ext>
            </a:extLst>
          </p:cNvPr>
          <p:cNvGrpSpPr/>
          <p:nvPr/>
        </p:nvGrpSpPr>
        <p:grpSpPr>
          <a:xfrm>
            <a:off x="10065736" y="5709387"/>
            <a:ext cx="2042719" cy="1039235"/>
            <a:chOff x="2298584" y="5213339"/>
            <a:chExt cx="2042719" cy="1039235"/>
          </a:xfrm>
        </p:grpSpPr>
        <p:sp>
          <p:nvSpPr>
            <p:cNvPr id="9" name="Forma Livre: Forma 22">
              <a:extLst>
                <a:ext uri="{FF2B5EF4-FFF2-40B4-BE49-F238E27FC236}">
                  <a16:creationId xmlns:a16="http://schemas.microsoft.com/office/drawing/2014/main" id="{731A3CF3-BB98-B7F0-4EF3-C1DFE0D95580}"/>
                </a:ext>
              </a:extLst>
            </p:cNvPr>
            <p:cNvSpPr/>
            <p:nvPr/>
          </p:nvSpPr>
          <p:spPr>
            <a:xfrm>
              <a:off x="2298584" y="5213339"/>
              <a:ext cx="2042719" cy="10392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pic>
          <p:nvPicPr>
            <p:cNvPr id="10" name="Imagem 9">
              <a:extLst>
                <a:ext uri="{FF2B5EF4-FFF2-40B4-BE49-F238E27FC236}">
                  <a16:creationId xmlns:a16="http://schemas.microsoft.com/office/drawing/2014/main" id="{4EDD3569-92F5-6252-2B99-41DB09106B9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541141" y="5384972"/>
              <a:ext cx="1581371" cy="69596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289904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3D5954-855C-49DF-C29C-D60AF7B79A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Agrupar 15">
            <a:extLst>
              <a:ext uri="{FF2B5EF4-FFF2-40B4-BE49-F238E27FC236}">
                <a16:creationId xmlns:a16="http://schemas.microsoft.com/office/drawing/2014/main" id="{B88D8C9D-75EA-E8D0-5443-D216CAEDA147}"/>
              </a:ext>
            </a:extLst>
          </p:cNvPr>
          <p:cNvGrpSpPr/>
          <p:nvPr/>
        </p:nvGrpSpPr>
        <p:grpSpPr>
          <a:xfrm>
            <a:off x="-36576" y="-18288"/>
            <a:ext cx="1810512" cy="1812000"/>
            <a:chOff x="-36576" y="-18288"/>
            <a:chExt cx="3268916" cy="3271602"/>
          </a:xfrm>
        </p:grpSpPr>
        <p:sp>
          <p:nvSpPr>
            <p:cNvPr id="17" name="Forma Livre: Forma 16">
              <a:extLst>
                <a:ext uri="{FF2B5EF4-FFF2-40B4-BE49-F238E27FC236}">
                  <a16:creationId xmlns:a16="http://schemas.microsoft.com/office/drawing/2014/main" id="{2183E751-E90E-37CB-C028-266A82080647}"/>
                </a:ext>
              </a:extLst>
            </p:cNvPr>
            <p:cNvSpPr/>
            <p:nvPr/>
          </p:nvSpPr>
          <p:spPr>
            <a:xfrm>
              <a:off x="-36576" y="-18288"/>
              <a:ext cx="3268916" cy="3271602"/>
            </a:xfrm>
            <a:custGeom>
              <a:avLst/>
              <a:gdLst>
                <a:gd name="connsiteX0" fmla="*/ 2450802 w 3268916"/>
                <a:gd name="connsiteY0" fmla="*/ 0 h 3271602"/>
                <a:gd name="connsiteX1" fmla="*/ 3154168 w 3268916"/>
                <a:gd name="connsiteY1" fmla="*/ 0 h 3271602"/>
                <a:gd name="connsiteX2" fmla="*/ 3155777 w 3268916"/>
                <a:gd name="connsiteY2" fmla="*/ 4392 h 3271602"/>
                <a:gd name="connsiteX3" fmla="*/ 3268916 w 3268916"/>
                <a:gd name="connsiteY3" fmla="*/ 751602 h 3271602"/>
                <a:gd name="connsiteX4" fmla="*/ 748913 w 3268916"/>
                <a:gd name="connsiteY4" fmla="*/ 3271602 h 3271602"/>
                <a:gd name="connsiteX5" fmla="*/ 240523 w 3268916"/>
                <a:gd name="connsiteY5" fmla="*/ 3218443 h 3271602"/>
                <a:gd name="connsiteX6" fmla="*/ 0 w 3268916"/>
                <a:gd name="connsiteY6" fmla="*/ 3155922 h 3271602"/>
                <a:gd name="connsiteX7" fmla="*/ 0 w 3268916"/>
                <a:gd name="connsiteY7" fmla="*/ 2447446 h 3271602"/>
                <a:gd name="connsiteX8" fmla="*/ 23024 w 3268916"/>
                <a:gd name="connsiteY8" fmla="*/ 2458527 h 3271602"/>
                <a:gd name="connsiteX9" fmla="*/ 748913 w 3268916"/>
                <a:gd name="connsiteY9" fmla="*/ 2606691 h 3271602"/>
                <a:gd name="connsiteX10" fmla="*/ 2612319 w 3268916"/>
                <a:gd name="connsiteY10" fmla="*/ 751603 h 3271602"/>
                <a:gd name="connsiteX11" fmla="*/ 2466072 w 3268916"/>
                <a:gd name="connsiteY11" fmla="*/ 31524 h 3271602"/>
                <a:gd name="connsiteX12" fmla="*/ 2450802 w 3268916"/>
                <a:gd name="connsiteY12" fmla="*/ 0 h 32716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268916" h="3271602">
                  <a:moveTo>
                    <a:pt x="2450802" y="0"/>
                  </a:moveTo>
                  <a:lnTo>
                    <a:pt x="3154168" y="0"/>
                  </a:lnTo>
                  <a:lnTo>
                    <a:pt x="3155777" y="4392"/>
                  </a:lnTo>
                  <a:cubicBezTo>
                    <a:pt x="3229315" y="240512"/>
                    <a:pt x="3268916" y="491470"/>
                    <a:pt x="3268916" y="751602"/>
                  </a:cubicBezTo>
                  <a:cubicBezTo>
                    <a:pt x="3268916" y="2138972"/>
                    <a:pt x="2142490" y="3265395"/>
                    <a:pt x="748913" y="3271602"/>
                  </a:cubicBezTo>
                  <a:cubicBezTo>
                    <a:pt x="574716" y="3270826"/>
                    <a:pt x="404693" y="3252547"/>
                    <a:pt x="240523" y="3218443"/>
                  </a:cubicBezTo>
                  <a:lnTo>
                    <a:pt x="0" y="3155922"/>
                  </a:lnTo>
                  <a:lnTo>
                    <a:pt x="0" y="2447446"/>
                  </a:lnTo>
                  <a:lnTo>
                    <a:pt x="23024" y="2458527"/>
                  </a:lnTo>
                  <a:cubicBezTo>
                    <a:pt x="246022" y="2552866"/>
                    <a:pt x="491294" y="2605549"/>
                    <a:pt x="748913" y="2606691"/>
                  </a:cubicBezTo>
                  <a:cubicBezTo>
                    <a:pt x="1779387" y="2602122"/>
                    <a:pt x="2612319" y="1772910"/>
                    <a:pt x="2612319" y="751603"/>
                  </a:cubicBezTo>
                  <a:cubicBezTo>
                    <a:pt x="2612319" y="496276"/>
                    <a:pt x="2560261" y="252955"/>
                    <a:pt x="2466072" y="31524"/>
                  </a:cubicBezTo>
                  <a:lnTo>
                    <a:pt x="2450802" y="0"/>
                  </a:lnTo>
                  <a:close/>
                </a:path>
              </a:pathLst>
            </a:custGeom>
            <a:noFill/>
            <a:ln w="38100">
              <a:solidFill>
                <a:srgbClr val="005EA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pt-BR"/>
            </a:p>
          </p:txBody>
        </p:sp>
        <p:sp>
          <p:nvSpPr>
            <p:cNvPr id="18" name="Forma Livre: Forma 17">
              <a:extLst>
                <a:ext uri="{FF2B5EF4-FFF2-40B4-BE49-F238E27FC236}">
                  <a16:creationId xmlns:a16="http://schemas.microsoft.com/office/drawing/2014/main" id="{B6A589D0-32F9-D97A-1995-DE115BF46F94}"/>
                </a:ext>
              </a:extLst>
            </p:cNvPr>
            <p:cNvSpPr/>
            <p:nvPr/>
          </p:nvSpPr>
          <p:spPr>
            <a:xfrm>
              <a:off x="-36575" y="-18288"/>
              <a:ext cx="2612319" cy="2606691"/>
            </a:xfrm>
            <a:custGeom>
              <a:avLst/>
              <a:gdLst>
                <a:gd name="connsiteX0" fmla="*/ 0 w 2612319"/>
                <a:gd name="connsiteY0" fmla="*/ 0 h 2606691"/>
                <a:gd name="connsiteX1" fmla="*/ 2450802 w 2612319"/>
                <a:gd name="connsiteY1" fmla="*/ 0 h 2606691"/>
                <a:gd name="connsiteX2" fmla="*/ 2466072 w 2612319"/>
                <a:gd name="connsiteY2" fmla="*/ 31524 h 2606691"/>
                <a:gd name="connsiteX3" fmla="*/ 2612319 w 2612319"/>
                <a:gd name="connsiteY3" fmla="*/ 751603 h 2606691"/>
                <a:gd name="connsiteX4" fmla="*/ 748913 w 2612319"/>
                <a:gd name="connsiteY4" fmla="*/ 2606691 h 2606691"/>
                <a:gd name="connsiteX5" fmla="*/ 23024 w 2612319"/>
                <a:gd name="connsiteY5" fmla="*/ 2458527 h 2606691"/>
                <a:gd name="connsiteX6" fmla="*/ 0 w 2612319"/>
                <a:gd name="connsiteY6" fmla="*/ 2447446 h 2606691"/>
                <a:gd name="connsiteX7" fmla="*/ 0 w 2612319"/>
                <a:gd name="connsiteY7" fmla="*/ 0 h 2606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612319" h="2606691">
                  <a:moveTo>
                    <a:pt x="0" y="0"/>
                  </a:moveTo>
                  <a:lnTo>
                    <a:pt x="2450802" y="0"/>
                  </a:lnTo>
                  <a:lnTo>
                    <a:pt x="2466072" y="31524"/>
                  </a:lnTo>
                  <a:cubicBezTo>
                    <a:pt x="2560261" y="252955"/>
                    <a:pt x="2612319" y="496276"/>
                    <a:pt x="2612319" y="751603"/>
                  </a:cubicBezTo>
                  <a:cubicBezTo>
                    <a:pt x="2612319" y="1772910"/>
                    <a:pt x="1779387" y="2602122"/>
                    <a:pt x="748913" y="2606691"/>
                  </a:cubicBezTo>
                  <a:cubicBezTo>
                    <a:pt x="491294" y="2605549"/>
                    <a:pt x="246022" y="2552866"/>
                    <a:pt x="23024" y="2458527"/>
                  </a:cubicBezTo>
                  <a:lnTo>
                    <a:pt x="0" y="24474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5EA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pt-BR"/>
            </a:p>
          </p:txBody>
        </p:sp>
      </p:grpSp>
      <p:sp>
        <p:nvSpPr>
          <p:cNvPr id="3" name="Retângulo 2">
            <a:extLst>
              <a:ext uri="{FF2B5EF4-FFF2-40B4-BE49-F238E27FC236}">
                <a16:creationId xmlns:a16="http://schemas.microsoft.com/office/drawing/2014/main" id="{11C650E3-0998-3F26-F441-83B687417DF9}"/>
              </a:ext>
            </a:extLst>
          </p:cNvPr>
          <p:cNvSpPr/>
          <p:nvPr/>
        </p:nvSpPr>
        <p:spPr>
          <a:xfrm>
            <a:off x="1878591" y="47380"/>
            <a:ext cx="4217409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377">
              <a:defRPr/>
            </a:pPr>
            <a:r>
              <a:rPr lang="pt-BR" sz="2800" spc="300" dirty="0">
                <a:solidFill>
                  <a:srgbClr val="005EA9"/>
                </a:solidFill>
                <a:latin typeface="Calibri" panose="020F0502020204030204"/>
                <a:cs typeface="Arial" panose="020B0604020202020204" pitchFamily="34" charset="0"/>
                <a:sym typeface="Arial"/>
              </a:rPr>
              <a:t>Nossas</a:t>
            </a:r>
            <a:endParaRPr lang="pt-BR" sz="2800" b="1" spc="300" dirty="0">
              <a:solidFill>
                <a:srgbClr val="005EA9"/>
              </a:solidFill>
              <a:latin typeface="Calibri" panose="020F0502020204030204"/>
              <a:cs typeface="Arial" panose="020B0604020202020204" pitchFamily="34" charset="0"/>
              <a:sym typeface="Arial"/>
            </a:endParaRPr>
          </a:p>
          <a:p>
            <a:pPr defTabSz="914377">
              <a:defRPr/>
            </a:pPr>
            <a:r>
              <a:rPr lang="pt-BR" sz="4000" b="1" spc="300" dirty="0">
                <a:solidFill>
                  <a:srgbClr val="005EA9"/>
                </a:solidFill>
                <a:latin typeface="Calibri" panose="020F0502020204030204"/>
                <a:cs typeface="Arial" panose="020B0604020202020204" pitchFamily="34" charset="0"/>
                <a:sym typeface="Arial"/>
              </a:rPr>
              <a:t>REFERÊNCIAS</a:t>
            </a:r>
          </a:p>
        </p:txBody>
      </p:sp>
      <p:grpSp>
        <p:nvGrpSpPr>
          <p:cNvPr id="5" name="Agrupar 4">
            <a:extLst>
              <a:ext uri="{FF2B5EF4-FFF2-40B4-BE49-F238E27FC236}">
                <a16:creationId xmlns:a16="http://schemas.microsoft.com/office/drawing/2014/main" id="{FD29CFA9-2EE8-26D5-A186-D5A7388A315B}"/>
              </a:ext>
            </a:extLst>
          </p:cNvPr>
          <p:cNvGrpSpPr/>
          <p:nvPr/>
        </p:nvGrpSpPr>
        <p:grpSpPr>
          <a:xfrm>
            <a:off x="2386884" y="1625216"/>
            <a:ext cx="7775575" cy="4418012"/>
            <a:chOff x="2386884" y="1625216"/>
            <a:chExt cx="7775575" cy="4418012"/>
          </a:xfrm>
        </p:grpSpPr>
        <p:sp>
          <p:nvSpPr>
            <p:cNvPr id="4" name="CaixaDeTexto 1">
              <a:extLst>
                <a:ext uri="{FF2B5EF4-FFF2-40B4-BE49-F238E27FC236}">
                  <a16:creationId xmlns:a16="http://schemas.microsoft.com/office/drawing/2014/main" id="{9D3884B3-C91B-23FF-EF53-12A240A056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86884" y="1625216"/>
              <a:ext cx="7775575" cy="7699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285750" indent="-285750">
                <a:defRPr>
                  <a:solidFill>
                    <a:schemeClr val="bg1"/>
                  </a:solidFill>
                  <a:latin typeface="Arial" panose="020B0604020202020204" pitchFamily="34" charset="0"/>
                  <a:cs typeface="Droid Sans Fallback" charset="0"/>
                </a:defRPr>
              </a:lvl1pPr>
              <a:lvl2pPr>
                <a:defRPr>
                  <a:solidFill>
                    <a:schemeClr val="bg1"/>
                  </a:solidFill>
                  <a:latin typeface="Arial" panose="020B0604020202020204" pitchFamily="34" charset="0"/>
                  <a:cs typeface="Droid Sans Fallback" charset="0"/>
                </a:defRPr>
              </a:lvl2pPr>
              <a:lvl3pPr>
                <a:defRPr>
                  <a:solidFill>
                    <a:schemeClr val="bg1"/>
                  </a:solidFill>
                  <a:latin typeface="Arial" panose="020B0604020202020204" pitchFamily="34" charset="0"/>
                  <a:cs typeface="Droid Sans Fallback" charset="0"/>
                </a:defRPr>
              </a:lvl3pPr>
              <a:lvl4pPr>
                <a:defRPr>
                  <a:solidFill>
                    <a:schemeClr val="bg1"/>
                  </a:solidFill>
                  <a:latin typeface="Arial" panose="020B0604020202020204" pitchFamily="34" charset="0"/>
                  <a:cs typeface="Droid Sans Fallback" charset="0"/>
                </a:defRPr>
              </a:lvl4pPr>
              <a:lvl5pPr>
                <a:defRPr>
                  <a:solidFill>
                    <a:schemeClr val="bg1"/>
                  </a:solidFill>
                  <a:latin typeface="Arial" panose="020B0604020202020204" pitchFamily="34" charset="0"/>
                  <a:cs typeface="Droid Sans Fallback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bg1"/>
                  </a:solidFill>
                  <a:latin typeface="Arial" panose="020B0604020202020204" pitchFamily="34" charset="0"/>
                  <a:cs typeface="Droid Sans Fallback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bg1"/>
                  </a:solidFill>
                  <a:latin typeface="Arial" panose="020B0604020202020204" pitchFamily="34" charset="0"/>
                  <a:cs typeface="Droid Sans Fallback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bg1"/>
                  </a:solidFill>
                  <a:latin typeface="Arial" panose="020B0604020202020204" pitchFamily="34" charset="0"/>
                  <a:cs typeface="Droid Sans Fallback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bg1"/>
                  </a:solidFill>
                  <a:latin typeface="Arial" panose="020B0604020202020204" pitchFamily="34" charset="0"/>
                  <a:cs typeface="Droid Sans Fallback" charset="0"/>
                </a:defRPr>
              </a:lvl9pPr>
            </a:lstStyle>
            <a:p>
              <a:pPr algn="just" defTabSz="914400">
                <a:buFont typeface="Wingdings" panose="05000000000000000000" pitchFamily="2" charset="2"/>
                <a:buChar char="ü"/>
              </a:pPr>
              <a:r>
                <a:rPr lang="pt-BR" altLang="sv-SE" sz="2200" dirty="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RAZAVI, </a:t>
              </a:r>
              <a:r>
                <a:rPr lang="pt-BR" altLang="sv-SE" sz="2200" dirty="0" err="1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Behzad</a:t>
              </a:r>
              <a:r>
                <a:rPr lang="pt-BR" altLang="sv-SE" sz="2200" dirty="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. </a:t>
              </a:r>
              <a:r>
                <a:rPr lang="pt-BR" altLang="sv-SE" sz="2200" dirty="0">
                  <a:solidFill>
                    <a:srgbClr val="333399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Fundamentos de Microeletrônica</a:t>
              </a:r>
              <a:r>
                <a:rPr lang="pt-BR" altLang="sv-SE" sz="2200" dirty="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. Rio de Janeiro: LTC 728 p.</a:t>
              </a:r>
              <a:endParaRPr lang="sv-SE" altLang="sv-SE" sz="22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pic>
          <p:nvPicPr>
            <p:cNvPr id="8" name="Imagem 2">
              <a:extLst>
                <a:ext uri="{FF2B5EF4-FFF2-40B4-BE49-F238E27FC236}">
                  <a16:creationId xmlns:a16="http://schemas.microsoft.com/office/drawing/2014/main" id="{BE0A8CB4-2FA0-BBCA-1E83-BB08573B47F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79046" y="2803141"/>
              <a:ext cx="3238500" cy="32400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" name="Imagem 3">
              <a:extLst>
                <a:ext uri="{FF2B5EF4-FFF2-40B4-BE49-F238E27FC236}">
                  <a16:creationId xmlns:a16="http://schemas.microsoft.com/office/drawing/2014/main" id="{3B465D80-B21F-9D0B-3D7B-5C2E2A61C8B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62009" y="2803141"/>
              <a:ext cx="2419350" cy="32400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6" name="Imagem 5" descr="Desenho com traços pretos em fundo branco e letras pretas&#10;&#10;O conteúdo gerado por IA pode estar incorreto.">
            <a:extLst>
              <a:ext uri="{FF2B5EF4-FFF2-40B4-BE49-F238E27FC236}">
                <a16:creationId xmlns:a16="http://schemas.microsoft.com/office/drawing/2014/main" id="{24A876C2-A4AD-74EF-5EBD-6CF3CAE58DB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5060" y="6104261"/>
            <a:ext cx="1464457" cy="644361"/>
          </a:xfrm>
          <a:prstGeom prst="rect">
            <a:avLst/>
          </a:prstGeom>
        </p:spPr>
      </p:pic>
      <p:grpSp>
        <p:nvGrpSpPr>
          <p:cNvPr id="2" name="Agrupar 1">
            <a:extLst>
              <a:ext uri="{FF2B5EF4-FFF2-40B4-BE49-F238E27FC236}">
                <a16:creationId xmlns:a16="http://schemas.microsoft.com/office/drawing/2014/main" id="{A915FFB1-F46E-0386-1266-2B891AFF313A}"/>
              </a:ext>
            </a:extLst>
          </p:cNvPr>
          <p:cNvGrpSpPr/>
          <p:nvPr/>
        </p:nvGrpSpPr>
        <p:grpSpPr>
          <a:xfrm>
            <a:off x="10065736" y="5709387"/>
            <a:ext cx="2042719" cy="1039235"/>
            <a:chOff x="2298584" y="5213339"/>
            <a:chExt cx="2042719" cy="1039235"/>
          </a:xfrm>
        </p:grpSpPr>
        <p:sp>
          <p:nvSpPr>
            <p:cNvPr id="7" name="Forma Livre: Forma 22">
              <a:extLst>
                <a:ext uri="{FF2B5EF4-FFF2-40B4-BE49-F238E27FC236}">
                  <a16:creationId xmlns:a16="http://schemas.microsoft.com/office/drawing/2014/main" id="{7476BCB8-1263-5473-2569-D41E4A1B71B9}"/>
                </a:ext>
              </a:extLst>
            </p:cNvPr>
            <p:cNvSpPr/>
            <p:nvPr/>
          </p:nvSpPr>
          <p:spPr>
            <a:xfrm>
              <a:off x="2298584" y="5213339"/>
              <a:ext cx="2042719" cy="10392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pic>
          <p:nvPicPr>
            <p:cNvPr id="10" name="Imagem 9">
              <a:extLst>
                <a:ext uri="{FF2B5EF4-FFF2-40B4-BE49-F238E27FC236}">
                  <a16:creationId xmlns:a16="http://schemas.microsoft.com/office/drawing/2014/main" id="{9D25DB59-DAD3-3002-70B1-41CEA010BD7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541141" y="5384972"/>
              <a:ext cx="1581371" cy="69596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014186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DB8226-7708-5063-695C-DBEF6BB7BF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Agrupar 15">
            <a:extLst>
              <a:ext uri="{FF2B5EF4-FFF2-40B4-BE49-F238E27FC236}">
                <a16:creationId xmlns:a16="http://schemas.microsoft.com/office/drawing/2014/main" id="{FBFA0D97-A7C9-42FD-8641-A3B49D8DCFBA}"/>
              </a:ext>
            </a:extLst>
          </p:cNvPr>
          <p:cNvGrpSpPr/>
          <p:nvPr/>
        </p:nvGrpSpPr>
        <p:grpSpPr>
          <a:xfrm>
            <a:off x="-36576" y="-18288"/>
            <a:ext cx="1810512" cy="1812000"/>
            <a:chOff x="-36576" y="-18288"/>
            <a:chExt cx="3268916" cy="3271602"/>
          </a:xfrm>
        </p:grpSpPr>
        <p:sp>
          <p:nvSpPr>
            <p:cNvPr id="17" name="Forma Livre: Forma 16">
              <a:extLst>
                <a:ext uri="{FF2B5EF4-FFF2-40B4-BE49-F238E27FC236}">
                  <a16:creationId xmlns:a16="http://schemas.microsoft.com/office/drawing/2014/main" id="{9ACA8894-B131-794E-B073-96767A0C9200}"/>
                </a:ext>
              </a:extLst>
            </p:cNvPr>
            <p:cNvSpPr/>
            <p:nvPr/>
          </p:nvSpPr>
          <p:spPr>
            <a:xfrm>
              <a:off x="-36576" y="-18288"/>
              <a:ext cx="3268916" cy="3271602"/>
            </a:xfrm>
            <a:custGeom>
              <a:avLst/>
              <a:gdLst>
                <a:gd name="connsiteX0" fmla="*/ 2450802 w 3268916"/>
                <a:gd name="connsiteY0" fmla="*/ 0 h 3271602"/>
                <a:gd name="connsiteX1" fmla="*/ 3154168 w 3268916"/>
                <a:gd name="connsiteY1" fmla="*/ 0 h 3271602"/>
                <a:gd name="connsiteX2" fmla="*/ 3155777 w 3268916"/>
                <a:gd name="connsiteY2" fmla="*/ 4392 h 3271602"/>
                <a:gd name="connsiteX3" fmla="*/ 3268916 w 3268916"/>
                <a:gd name="connsiteY3" fmla="*/ 751602 h 3271602"/>
                <a:gd name="connsiteX4" fmla="*/ 748913 w 3268916"/>
                <a:gd name="connsiteY4" fmla="*/ 3271602 h 3271602"/>
                <a:gd name="connsiteX5" fmla="*/ 240523 w 3268916"/>
                <a:gd name="connsiteY5" fmla="*/ 3218443 h 3271602"/>
                <a:gd name="connsiteX6" fmla="*/ 0 w 3268916"/>
                <a:gd name="connsiteY6" fmla="*/ 3155922 h 3271602"/>
                <a:gd name="connsiteX7" fmla="*/ 0 w 3268916"/>
                <a:gd name="connsiteY7" fmla="*/ 2447446 h 3271602"/>
                <a:gd name="connsiteX8" fmla="*/ 23024 w 3268916"/>
                <a:gd name="connsiteY8" fmla="*/ 2458527 h 3271602"/>
                <a:gd name="connsiteX9" fmla="*/ 748913 w 3268916"/>
                <a:gd name="connsiteY9" fmla="*/ 2606691 h 3271602"/>
                <a:gd name="connsiteX10" fmla="*/ 2612319 w 3268916"/>
                <a:gd name="connsiteY10" fmla="*/ 751603 h 3271602"/>
                <a:gd name="connsiteX11" fmla="*/ 2466072 w 3268916"/>
                <a:gd name="connsiteY11" fmla="*/ 31524 h 3271602"/>
                <a:gd name="connsiteX12" fmla="*/ 2450802 w 3268916"/>
                <a:gd name="connsiteY12" fmla="*/ 0 h 32716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268916" h="3271602">
                  <a:moveTo>
                    <a:pt x="2450802" y="0"/>
                  </a:moveTo>
                  <a:lnTo>
                    <a:pt x="3154168" y="0"/>
                  </a:lnTo>
                  <a:lnTo>
                    <a:pt x="3155777" y="4392"/>
                  </a:lnTo>
                  <a:cubicBezTo>
                    <a:pt x="3229315" y="240512"/>
                    <a:pt x="3268916" y="491470"/>
                    <a:pt x="3268916" y="751602"/>
                  </a:cubicBezTo>
                  <a:cubicBezTo>
                    <a:pt x="3268916" y="2138972"/>
                    <a:pt x="2142490" y="3265395"/>
                    <a:pt x="748913" y="3271602"/>
                  </a:cubicBezTo>
                  <a:cubicBezTo>
                    <a:pt x="574716" y="3270826"/>
                    <a:pt x="404693" y="3252547"/>
                    <a:pt x="240523" y="3218443"/>
                  </a:cubicBezTo>
                  <a:lnTo>
                    <a:pt x="0" y="3155922"/>
                  </a:lnTo>
                  <a:lnTo>
                    <a:pt x="0" y="2447446"/>
                  </a:lnTo>
                  <a:lnTo>
                    <a:pt x="23024" y="2458527"/>
                  </a:lnTo>
                  <a:cubicBezTo>
                    <a:pt x="246022" y="2552866"/>
                    <a:pt x="491294" y="2605549"/>
                    <a:pt x="748913" y="2606691"/>
                  </a:cubicBezTo>
                  <a:cubicBezTo>
                    <a:pt x="1779387" y="2602122"/>
                    <a:pt x="2612319" y="1772910"/>
                    <a:pt x="2612319" y="751603"/>
                  </a:cubicBezTo>
                  <a:cubicBezTo>
                    <a:pt x="2612319" y="496276"/>
                    <a:pt x="2560261" y="252955"/>
                    <a:pt x="2466072" y="31524"/>
                  </a:cubicBezTo>
                  <a:lnTo>
                    <a:pt x="2450802" y="0"/>
                  </a:lnTo>
                  <a:close/>
                </a:path>
              </a:pathLst>
            </a:custGeom>
            <a:noFill/>
            <a:ln w="38100">
              <a:solidFill>
                <a:srgbClr val="005EA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pt-BR"/>
            </a:p>
          </p:txBody>
        </p:sp>
        <p:sp>
          <p:nvSpPr>
            <p:cNvPr id="18" name="Forma Livre: Forma 17">
              <a:extLst>
                <a:ext uri="{FF2B5EF4-FFF2-40B4-BE49-F238E27FC236}">
                  <a16:creationId xmlns:a16="http://schemas.microsoft.com/office/drawing/2014/main" id="{B60B62E8-2FAC-70FD-1D02-97EDAF46DC73}"/>
                </a:ext>
              </a:extLst>
            </p:cNvPr>
            <p:cNvSpPr/>
            <p:nvPr/>
          </p:nvSpPr>
          <p:spPr>
            <a:xfrm>
              <a:off x="-36575" y="-18288"/>
              <a:ext cx="2612319" cy="2606691"/>
            </a:xfrm>
            <a:custGeom>
              <a:avLst/>
              <a:gdLst>
                <a:gd name="connsiteX0" fmla="*/ 0 w 2612319"/>
                <a:gd name="connsiteY0" fmla="*/ 0 h 2606691"/>
                <a:gd name="connsiteX1" fmla="*/ 2450802 w 2612319"/>
                <a:gd name="connsiteY1" fmla="*/ 0 h 2606691"/>
                <a:gd name="connsiteX2" fmla="*/ 2466072 w 2612319"/>
                <a:gd name="connsiteY2" fmla="*/ 31524 h 2606691"/>
                <a:gd name="connsiteX3" fmla="*/ 2612319 w 2612319"/>
                <a:gd name="connsiteY3" fmla="*/ 751603 h 2606691"/>
                <a:gd name="connsiteX4" fmla="*/ 748913 w 2612319"/>
                <a:gd name="connsiteY4" fmla="*/ 2606691 h 2606691"/>
                <a:gd name="connsiteX5" fmla="*/ 23024 w 2612319"/>
                <a:gd name="connsiteY5" fmla="*/ 2458527 h 2606691"/>
                <a:gd name="connsiteX6" fmla="*/ 0 w 2612319"/>
                <a:gd name="connsiteY6" fmla="*/ 2447446 h 2606691"/>
                <a:gd name="connsiteX7" fmla="*/ 0 w 2612319"/>
                <a:gd name="connsiteY7" fmla="*/ 0 h 2606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612319" h="2606691">
                  <a:moveTo>
                    <a:pt x="0" y="0"/>
                  </a:moveTo>
                  <a:lnTo>
                    <a:pt x="2450802" y="0"/>
                  </a:lnTo>
                  <a:lnTo>
                    <a:pt x="2466072" y="31524"/>
                  </a:lnTo>
                  <a:cubicBezTo>
                    <a:pt x="2560261" y="252955"/>
                    <a:pt x="2612319" y="496276"/>
                    <a:pt x="2612319" y="751603"/>
                  </a:cubicBezTo>
                  <a:cubicBezTo>
                    <a:pt x="2612319" y="1772910"/>
                    <a:pt x="1779387" y="2602122"/>
                    <a:pt x="748913" y="2606691"/>
                  </a:cubicBezTo>
                  <a:cubicBezTo>
                    <a:pt x="491294" y="2605549"/>
                    <a:pt x="246022" y="2552866"/>
                    <a:pt x="23024" y="2458527"/>
                  </a:cubicBezTo>
                  <a:lnTo>
                    <a:pt x="0" y="24474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5EA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pt-BR"/>
            </a:p>
          </p:txBody>
        </p:sp>
      </p:grpSp>
      <p:sp>
        <p:nvSpPr>
          <p:cNvPr id="3" name="Retângulo 2">
            <a:extLst>
              <a:ext uri="{FF2B5EF4-FFF2-40B4-BE49-F238E27FC236}">
                <a16:creationId xmlns:a16="http://schemas.microsoft.com/office/drawing/2014/main" id="{295337D8-A1FB-8748-981B-E0D05FFBC580}"/>
              </a:ext>
            </a:extLst>
          </p:cNvPr>
          <p:cNvSpPr/>
          <p:nvPr/>
        </p:nvSpPr>
        <p:spPr>
          <a:xfrm>
            <a:off x="1878591" y="47380"/>
            <a:ext cx="4217409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377">
              <a:defRPr/>
            </a:pPr>
            <a:r>
              <a:rPr lang="pt-BR" sz="2800" spc="300" dirty="0">
                <a:solidFill>
                  <a:srgbClr val="005EA9"/>
                </a:solidFill>
                <a:latin typeface="Calibri" panose="020F0502020204030204"/>
                <a:cs typeface="Arial" panose="020B0604020202020204" pitchFamily="34" charset="0"/>
                <a:sym typeface="Arial"/>
              </a:rPr>
              <a:t>Nossas</a:t>
            </a:r>
            <a:endParaRPr lang="pt-BR" sz="2800" b="1" spc="300" dirty="0">
              <a:solidFill>
                <a:srgbClr val="005EA9"/>
              </a:solidFill>
              <a:latin typeface="Calibri" panose="020F0502020204030204"/>
              <a:cs typeface="Arial" panose="020B0604020202020204" pitchFamily="34" charset="0"/>
              <a:sym typeface="Arial"/>
            </a:endParaRPr>
          </a:p>
          <a:p>
            <a:pPr defTabSz="914377">
              <a:defRPr/>
            </a:pPr>
            <a:r>
              <a:rPr lang="pt-BR" sz="4000" b="1" spc="300" dirty="0">
                <a:solidFill>
                  <a:srgbClr val="005EA9"/>
                </a:solidFill>
                <a:latin typeface="Calibri" panose="020F0502020204030204"/>
                <a:cs typeface="Arial" panose="020B0604020202020204" pitchFamily="34" charset="0"/>
                <a:sym typeface="Arial"/>
              </a:rPr>
              <a:t>REFERÊNCIAS</a:t>
            </a:r>
          </a:p>
        </p:txBody>
      </p:sp>
      <p:grpSp>
        <p:nvGrpSpPr>
          <p:cNvPr id="5" name="Agrupar 4">
            <a:extLst>
              <a:ext uri="{FF2B5EF4-FFF2-40B4-BE49-F238E27FC236}">
                <a16:creationId xmlns:a16="http://schemas.microsoft.com/office/drawing/2014/main" id="{BF03C1E2-E544-1612-E02C-20DF060001E7}"/>
              </a:ext>
            </a:extLst>
          </p:cNvPr>
          <p:cNvGrpSpPr/>
          <p:nvPr/>
        </p:nvGrpSpPr>
        <p:grpSpPr>
          <a:xfrm>
            <a:off x="2313313" y="1656747"/>
            <a:ext cx="7775575" cy="4418012"/>
            <a:chOff x="2313313" y="1656747"/>
            <a:chExt cx="7775575" cy="4418012"/>
          </a:xfrm>
        </p:grpSpPr>
        <p:sp>
          <p:nvSpPr>
            <p:cNvPr id="4" name="CaixaDeTexto 1">
              <a:extLst>
                <a:ext uri="{FF2B5EF4-FFF2-40B4-BE49-F238E27FC236}">
                  <a16:creationId xmlns:a16="http://schemas.microsoft.com/office/drawing/2014/main" id="{5979F497-8642-DA2A-5A20-42086F8E0E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13313" y="1656747"/>
              <a:ext cx="7775575" cy="11080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285750" indent="-285750">
                <a:defRPr>
                  <a:solidFill>
                    <a:schemeClr val="bg1"/>
                  </a:solidFill>
                  <a:latin typeface="Arial" panose="020B0604020202020204" pitchFamily="34" charset="0"/>
                  <a:cs typeface="Droid Sans Fallback" charset="0"/>
                </a:defRPr>
              </a:lvl1pPr>
              <a:lvl2pPr>
                <a:defRPr>
                  <a:solidFill>
                    <a:schemeClr val="bg1"/>
                  </a:solidFill>
                  <a:latin typeface="Arial" panose="020B0604020202020204" pitchFamily="34" charset="0"/>
                  <a:cs typeface="Droid Sans Fallback" charset="0"/>
                </a:defRPr>
              </a:lvl2pPr>
              <a:lvl3pPr>
                <a:defRPr>
                  <a:solidFill>
                    <a:schemeClr val="bg1"/>
                  </a:solidFill>
                  <a:latin typeface="Arial" panose="020B0604020202020204" pitchFamily="34" charset="0"/>
                  <a:cs typeface="Droid Sans Fallback" charset="0"/>
                </a:defRPr>
              </a:lvl3pPr>
              <a:lvl4pPr>
                <a:defRPr>
                  <a:solidFill>
                    <a:schemeClr val="bg1"/>
                  </a:solidFill>
                  <a:latin typeface="Arial" panose="020B0604020202020204" pitchFamily="34" charset="0"/>
                  <a:cs typeface="Droid Sans Fallback" charset="0"/>
                </a:defRPr>
              </a:lvl4pPr>
              <a:lvl5pPr>
                <a:defRPr>
                  <a:solidFill>
                    <a:schemeClr val="bg1"/>
                  </a:solidFill>
                  <a:latin typeface="Arial" panose="020B0604020202020204" pitchFamily="34" charset="0"/>
                  <a:cs typeface="Droid Sans Fallback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bg1"/>
                  </a:solidFill>
                  <a:latin typeface="Arial" panose="020B0604020202020204" pitchFamily="34" charset="0"/>
                  <a:cs typeface="Droid Sans Fallback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bg1"/>
                  </a:solidFill>
                  <a:latin typeface="Arial" panose="020B0604020202020204" pitchFamily="34" charset="0"/>
                  <a:cs typeface="Droid Sans Fallback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bg1"/>
                  </a:solidFill>
                  <a:latin typeface="Arial" panose="020B0604020202020204" pitchFamily="34" charset="0"/>
                  <a:cs typeface="Droid Sans Fallback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bg1"/>
                  </a:solidFill>
                  <a:latin typeface="Arial" panose="020B0604020202020204" pitchFamily="34" charset="0"/>
                  <a:cs typeface="Droid Sans Fallback" charset="0"/>
                </a:defRPr>
              </a:lvl9pPr>
            </a:lstStyle>
            <a:p>
              <a:pPr algn="just" defTabSz="914400">
                <a:buFont typeface="Wingdings" panose="05000000000000000000" pitchFamily="2" charset="2"/>
                <a:buChar char="ü"/>
              </a:pPr>
              <a:r>
                <a:rPr lang="pt-BR" altLang="sv-SE" sz="2200" dirty="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BOYLESTAD, Robert L.; SIMON, Rafael Monteiro (Tradutor). </a:t>
              </a:r>
              <a:r>
                <a:rPr lang="pt-BR" altLang="sv-SE" sz="2200" dirty="0">
                  <a:solidFill>
                    <a:srgbClr val="333399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Dispositivos Eletrônicos e Teoria de Circuitos</a:t>
              </a:r>
              <a:r>
                <a:rPr lang="pt-BR" altLang="sv-SE" sz="2200" dirty="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. 8a Ed. São Paulo: Prentice Hall, 2004. 672 p.</a:t>
              </a:r>
            </a:p>
          </p:txBody>
        </p:sp>
        <p:pic>
          <p:nvPicPr>
            <p:cNvPr id="8" name="Imagem 1">
              <a:extLst>
                <a:ext uri="{FF2B5EF4-FFF2-40B4-BE49-F238E27FC236}">
                  <a16:creationId xmlns:a16="http://schemas.microsoft.com/office/drawing/2014/main" id="{AD7999F8-5376-B545-94A9-9BE1CADB8D6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88438" y="2834672"/>
              <a:ext cx="2416175" cy="32400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" name="Imagem 2">
              <a:extLst>
                <a:ext uri="{FF2B5EF4-FFF2-40B4-BE49-F238E27FC236}">
                  <a16:creationId xmlns:a16="http://schemas.microsoft.com/office/drawing/2014/main" id="{A80BE836-87E9-5C37-FACC-17DC43867CD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78550" y="2834672"/>
              <a:ext cx="2622550" cy="32400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6" name="Imagem 5" descr="Desenho com traços pretos em fundo branco e letras pretas&#10;&#10;O conteúdo gerado por IA pode estar incorreto.">
            <a:extLst>
              <a:ext uri="{FF2B5EF4-FFF2-40B4-BE49-F238E27FC236}">
                <a16:creationId xmlns:a16="http://schemas.microsoft.com/office/drawing/2014/main" id="{B9B74F1D-D290-FCC9-57F3-C6158C10850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5060" y="6104261"/>
            <a:ext cx="1464457" cy="644361"/>
          </a:xfrm>
          <a:prstGeom prst="rect">
            <a:avLst/>
          </a:prstGeom>
        </p:spPr>
      </p:pic>
      <p:grpSp>
        <p:nvGrpSpPr>
          <p:cNvPr id="2" name="Agrupar 1">
            <a:extLst>
              <a:ext uri="{FF2B5EF4-FFF2-40B4-BE49-F238E27FC236}">
                <a16:creationId xmlns:a16="http://schemas.microsoft.com/office/drawing/2014/main" id="{1E8BE8CA-DDB6-005C-F359-12396D03A4E5}"/>
              </a:ext>
            </a:extLst>
          </p:cNvPr>
          <p:cNvGrpSpPr/>
          <p:nvPr/>
        </p:nvGrpSpPr>
        <p:grpSpPr>
          <a:xfrm>
            <a:off x="10065736" y="5709387"/>
            <a:ext cx="2042719" cy="1039235"/>
            <a:chOff x="2298584" y="5213339"/>
            <a:chExt cx="2042719" cy="1039235"/>
          </a:xfrm>
        </p:grpSpPr>
        <p:sp>
          <p:nvSpPr>
            <p:cNvPr id="7" name="Forma Livre: Forma 22">
              <a:extLst>
                <a:ext uri="{FF2B5EF4-FFF2-40B4-BE49-F238E27FC236}">
                  <a16:creationId xmlns:a16="http://schemas.microsoft.com/office/drawing/2014/main" id="{C8CCDFA6-19BF-0FE0-B9AD-BF66E9FAFB50}"/>
                </a:ext>
              </a:extLst>
            </p:cNvPr>
            <p:cNvSpPr/>
            <p:nvPr/>
          </p:nvSpPr>
          <p:spPr>
            <a:xfrm>
              <a:off x="2298584" y="5213339"/>
              <a:ext cx="2042719" cy="10392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pic>
          <p:nvPicPr>
            <p:cNvPr id="10" name="Imagem 9">
              <a:extLst>
                <a:ext uri="{FF2B5EF4-FFF2-40B4-BE49-F238E27FC236}">
                  <a16:creationId xmlns:a16="http://schemas.microsoft.com/office/drawing/2014/main" id="{C2577E48-5F32-F345-061E-13141DA0498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541141" y="5384972"/>
              <a:ext cx="1581371" cy="69596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920818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A191A4-F9F5-A656-7074-0809B1C59C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Agrupar 15">
            <a:extLst>
              <a:ext uri="{FF2B5EF4-FFF2-40B4-BE49-F238E27FC236}">
                <a16:creationId xmlns:a16="http://schemas.microsoft.com/office/drawing/2014/main" id="{4BAD7201-33A7-3464-32ED-67918D8A643F}"/>
              </a:ext>
            </a:extLst>
          </p:cNvPr>
          <p:cNvGrpSpPr/>
          <p:nvPr/>
        </p:nvGrpSpPr>
        <p:grpSpPr>
          <a:xfrm>
            <a:off x="-36576" y="-18288"/>
            <a:ext cx="1810512" cy="1812000"/>
            <a:chOff x="-36576" y="-18288"/>
            <a:chExt cx="3268916" cy="3271602"/>
          </a:xfrm>
        </p:grpSpPr>
        <p:sp>
          <p:nvSpPr>
            <p:cNvPr id="17" name="Forma Livre: Forma 16">
              <a:extLst>
                <a:ext uri="{FF2B5EF4-FFF2-40B4-BE49-F238E27FC236}">
                  <a16:creationId xmlns:a16="http://schemas.microsoft.com/office/drawing/2014/main" id="{7C212648-4EE7-C7AF-147B-47D8F86F86EE}"/>
                </a:ext>
              </a:extLst>
            </p:cNvPr>
            <p:cNvSpPr/>
            <p:nvPr/>
          </p:nvSpPr>
          <p:spPr>
            <a:xfrm>
              <a:off x="-36576" y="-18288"/>
              <a:ext cx="3268916" cy="3271602"/>
            </a:xfrm>
            <a:custGeom>
              <a:avLst/>
              <a:gdLst>
                <a:gd name="connsiteX0" fmla="*/ 2450802 w 3268916"/>
                <a:gd name="connsiteY0" fmla="*/ 0 h 3271602"/>
                <a:gd name="connsiteX1" fmla="*/ 3154168 w 3268916"/>
                <a:gd name="connsiteY1" fmla="*/ 0 h 3271602"/>
                <a:gd name="connsiteX2" fmla="*/ 3155777 w 3268916"/>
                <a:gd name="connsiteY2" fmla="*/ 4392 h 3271602"/>
                <a:gd name="connsiteX3" fmla="*/ 3268916 w 3268916"/>
                <a:gd name="connsiteY3" fmla="*/ 751602 h 3271602"/>
                <a:gd name="connsiteX4" fmla="*/ 748913 w 3268916"/>
                <a:gd name="connsiteY4" fmla="*/ 3271602 h 3271602"/>
                <a:gd name="connsiteX5" fmla="*/ 240523 w 3268916"/>
                <a:gd name="connsiteY5" fmla="*/ 3218443 h 3271602"/>
                <a:gd name="connsiteX6" fmla="*/ 0 w 3268916"/>
                <a:gd name="connsiteY6" fmla="*/ 3155922 h 3271602"/>
                <a:gd name="connsiteX7" fmla="*/ 0 w 3268916"/>
                <a:gd name="connsiteY7" fmla="*/ 2447446 h 3271602"/>
                <a:gd name="connsiteX8" fmla="*/ 23024 w 3268916"/>
                <a:gd name="connsiteY8" fmla="*/ 2458527 h 3271602"/>
                <a:gd name="connsiteX9" fmla="*/ 748913 w 3268916"/>
                <a:gd name="connsiteY9" fmla="*/ 2606691 h 3271602"/>
                <a:gd name="connsiteX10" fmla="*/ 2612319 w 3268916"/>
                <a:gd name="connsiteY10" fmla="*/ 751603 h 3271602"/>
                <a:gd name="connsiteX11" fmla="*/ 2466072 w 3268916"/>
                <a:gd name="connsiteY11" fmla="*/ 31524 h 3271602"/>
                <a:gd name="connsiteX12" fmla="*/ 2450802 w 3268916"/>
                <a:gd name="connsiteY12" fmla="*/ 0 h 32716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268916" h="3271602">
                  <a:moveTo>
                    <a:pt x="2450802" y="0"/>
                  </a:moveTo>
                  <a:lnTo>
                    <a:pt x="3154168" y="0"/>
                  </a:lnTo>
                  <a:lnTo>
                    <a:pt x="3155777" y="4392"/>
                  </a:lnTo>
                  <a:cubicBezTo>
                    <a:pt x="3229315" y="240512"/>
                    <a:pt x="3268916" y="491470"/>
                    <a:pt x="3268916" y="751602"/>
                  </a:cubicBezTo>
                  <a:cubicBezTo>
                    <a:pt x="3268916" y="2138972"/>
                    <a:pt x="2142490" y="3265395"/>
                    <a:pt x="748913" y="3271602"/>
                  </a:cubicBezTo>
                  <a:cubicBezTo>
                    <a:pt x="574716" y="3270826"/>
                    <a:pt x="404693" y="3252547"/>
                    <a:pt x="240523" y="3218443"/>
                  </a:cubicBezTo>
                  <a:lnTo>
                    <a:pt x="0" y="3155922"/>
                  </a:lnTo>
                  <a:lnTo>
                    <a:pt x="0" y="2447446"/>
                  </a:lnTo>
                  <a:lnTo>
                    <a:pt x="23024" y="2458527"/>
                  </a:lnTo>
                  <a:cubicBezTo>
                    <a:pt x="246022" y="2552866"/>
                    <a:pt x="491294" y="2605549"/>
                    <a:pt x="748913" y="2606691"/>
                  </a:cubicBezTo>
                  <a:cubicBezTo>
                    <a:pt x="1779387" y="2602122"/>
                    <a:pt x="2612319" y="1772910"/>
                    <a:pt x="2612319" y="751603"/>
                  </a:cubicBezTo>
                  <a:cubicBezTo>
                    <a:pt x="2612319" y="496276"/>
                    <a:pt x="2560261" y="252955"/>
                    <a:pt x="2466072" y="31524"/>
                  </a:cubicBezTo>
                  <a:lnTo>
                    <a:pt x="2450802" y="0"/>
                  </a:lnTo>
                  <a:close/>
                </a:path>
              </a:pathLst>
            </a:custGeom>
            <a:noFill/>
            <a:ln w="38100">
              <a:solidFill>
                <a:srgbClr val="005EA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pt-BR"/>
            </a:p>
          </p:txBody>
        </p:sp>
        <p:sp>
          <p:nvSpPr>
            <p:cNvPr id="18" name="Forma Livre: Forma 17">
              <a:extLst>
                <a:ext uri="{FF2B5EF4-FFF2-40B4-BE49-F238E27FC236}">
                  <a16:creationId xmlns:a16="http://schemas.microsoft.com/office/drawing/2014/main" id="{2859E451-C780-4839-ED70-6153B72AAF4A}"/>
                </a:ext>
              </a:extLst>
            </p:cNvPr>
            <p:cNvSpPr/>
            <p:nvPr/>
          </p:nvSpPr>
          <p:spPr>
            <a:xfrm>
              <a:off x="-36575" y="-18288"/>
              <a:ext cx="2612319" cy="2606691"/>
            </a:xfrm>
            <a:custGeom>
              <a:avLst/>
              <a:gdLst>
                <a:gd name="connsiteX0" fmla="*/ 0 w 2612319"/>
                <a:gd name="connsiteY0" fmla="*/ 0 h 2606691"/>
                <a:gd name="connsiteX1" fmla="*/ 2450802 w 2612319"/>
                <a:gd name="connsiteY1" fmla="*/ 0 h 2606691"/>
                <a:gd name="connsiteX2" fmla="*/ 2466072 w 2612319"/>
                <a:gd name="connsiteY2" fmla="*/ 31524 h 2606691"/>
                <a:gd name="connsiteX3" fmla="*/ 2612319 w 2612319"/>
                <a:gd name="connsiteY3" fmla="*/ 751603 h 2606691"/>
                <a:gd name="connsiteX4" fmla="*/ 748913 w 2612319"/>
                <a:gd name="connsiteY4" fmla="*/ 2606691 h 2606691"/>
                <a:gd name="connsiteX5" fmla="*/ 23024 w 2612319"/>
                <a:gd name="connsiteY5" fmla="*/ 2458527 h 2606691"/>
                <a:gd name="connsiteX6" fmla="*/ 0 w 2612319"/>
                <a:gd name="connsiteY6" fmla="*/ 2447446 h 2606691"/>
                <a:gd name="connsiteX7" fmla="*/ 0 w 2612319"/>
                <a:gd name="connsiteY7" fmla="*/ 0 h 2606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612319" h="2606691">
                  <a:moveTo>
                    <a:pt x="0" y="0"/>
                  </a:moveTo>
                  <a:lnTo>
                    <a:pt x="2450802" y="0"/>
                  </a:lnTo>
                  <a:lnTo>
                    <a:pt x="2466072" y="31524"/>
                  </a:lnTo>
                  <a:cubicBezTo>
                    <a:pt x="2560261" y="252955"/>
                    <a:pt x="2612319" y="496276"/>
                    <a:pt x="2612319" y="751603"/>
                  </a:cubicBezTo>
                  <a:cubicBezTo>
                    <a:pt x="2612319" y="1772910"/>
                    <a:pt x="1779387" y="2602122"/>
                    <a:pt x="748913" y="2606691"/>
                  </a:cubicBezTo>
                  <a:cubicBezTo>
                    <a:pt x="491294" y="2605549"/>
                    <a:pt x="246022" y="2552866"/>
                    <a:pt x="23024" y="2458527"/>
                  </a:cubicBezTo>
                  <a:lnTo>
                    <a:pt x="0" y="24474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5EA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pt-BR"/>
            </a:p>
          </p:txBody>
        </p:sp>
      </p:grpSp>
      <p:sp>
        <p:nvSpPr>
          <p:cNvPr id="3" name="Retângulo 2">
            <a:extLst>
              <a:ext uri="{FF2B5EF4-FFF2-40B4-BE49-F238E27FC236}">
                <a16:creationId xmlns:a16="http://schemas.microsoft.com/office/drawing/2014/main" id="{4A28E074-DE2A-AAF4-91D5-65D83541789E}"/>
              </a:ext>
            </a:extLst>
          </p:cNvPr>
          <p:cNvSpPr/>
          <p:nvPr/>
        </p:nvSpPr>
        <p:spPr>
          <a:xfrm>
            <a:off x="1878591" y="47380"/>
            <a:ext cx="4217409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377">
              <a:defRPr/>
            </a:pPr>
            <a:r>
              <a:rPr lang="pt-BR" sz="2800" spc="300" dirty="0">
                <a:solidFill>
                  <a:srgbClr val="005EA9"/>
                </a:solidFill>
                <a:latin typeface="Calibri" panose="020F0502020204030204"/>
                <a:cs typeface="Arial" panose="020B0604020202020204" pitchFamily="34" charset="0"/>
                <a:sym typeface="Arial"/>
              </a:rPr>
              <a:t>Nossas</a:t>
            </a:r>
            <a:endParaRPr lang="pt-BR" sz="2800" b="1" spc="300" dirty="0">
              <a:solidFill>
                <a:srgbClr val="005EA9"/>
              </a:solidFill>
              <a:latin typeface="Calibri" panose="020F0502020204030204"/>
              <a:cs typeface="Arial" panose="020B0604020202020204" pitchFamily="34" charset="0"/>
              <a:sym typeface="Arial"/>
            </a:endParaRPr>
          </a:p>
          <a:p>
            <a:pPr defTabSz="914377">
              <a:defRPr/>
            </a:pPr>
            <a:r>
              <a:rPr lang="pt-BR" sz="4000" b="1" spc="300" dirty="0">
                <a:solidFill>
                  <a:srgbClr val="005EA9"/>
                </a:solidFill>
                <a:latin typeface="Calibri" panose="020F0502020204030204"/>
                <a:cs typeface="Arial" panose="020B0604020202020204" pitchFamily="34" charset="0"/>
                <a:sym typeface="Arial"/>
              </a:rPr>
              <a:t>REFERÊNCIAS</a:t>
            </a:r>
          </a:p>
        </p:txBody>
      </p:sp>
      <p:pic>
        <p:nvPicPr>
          <p:cNvPr id="6" name="Imagem 5" descr="Desenho com traços pretos em fundo branco e letras pretas&#10;&#10;O conteúdo gerado por IA pode estar incorreto.">
            <a:extLst>
              <a:ext uri="{FF2B5EF4-FFF2-40B4-BE49-F238E27FC236}">
                <a16:creationId xmlns:a16="http://schemas.microsoft.com/office/drawing/2014/main" id="{EE578C62-C70E-0373-63CC-E900E88B8F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5060" y="6104261"/>
            <a:ext cx="1464457" cy="644361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FA0DF101-8614-6F53-C4AC-98C4F0AEF3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86884" y="1625216"/>
            <a:ext cx="7775575" cy="1107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1pPr>
            <a:lvl2pPr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2pPr>
            <a:lvl3pPr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3pPr>
            <a:lvl4pPr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4pPr>
            <a:lvl5pPr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9pPr>
          </a:lstStyle>
          <a:p>
            <a:pPr marL="285750" marR="0" lvl="0" indent="-2857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pt-BR" altLang="sv-SE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PERTENCE JUNIOR, Antônio; </a:t>
            </a:r>
            <a:r>
              <a:rPr kumimoji="0" lang="pt-BR" altLang="sv-SE" sz="22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Eletrônica Analógica: Amplificadores Operacionais e Filtros Ativos: Teoria, Projetos, Amplificações e Laboratório</a:t>
            </a:r>
            <a:r>
              <a:rPr kumimoji="0" lang="pt-BR" altLang="sv-SE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. Porto Alegre: </a:t>
            </a:r>
            <a:r>
              <a:rPr kumimoji="0" lang="pt-BR" altLang="sv-SE" sz="2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Bookmam</a:t>
            </a:r>
            <a:r>
              <a:rPr kumimoji="0" lang="pt-BR" altLang="sv-SE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, 2003.</a:t>
            </a:r>
          </a:p>
        </p:txBody>
      </p:sp>
      <p:pic>
        <p:nvPicPr>
          <p:cNvPr id="7" name="Imagem 1">
            <a:extLst>
              <a:ext uri="{FF2B5EF4-FFF2-40B4-BE49-F238E27FC236}">
                <a16:creationId xmlns:a16="http://schemas.microsoft.com/office/drawing/2014/main" id="{664E47EA-CA39-62F6-4FFC-4847E851AB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5927" y="3024232"/>
            <a:ext cx="2338387" cy="324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Imagem 7">
            <a:extLst>
              <a:ext uri="{FF2B5EF4-FFF2-40B4-BE49-F238E27FC236}">
                <a16:creationId xmlns:a16="http://schemas.microsoft.com/office/drawing/2014/main" id="{4DE05D04-D560-B187-2CCB-454271A912B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7639" y="3024232"/>
            <a:ext cx="2222500" cy="324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Agrupar 3">
            <a:extLst>
              <a:ext uri="{FF2B5EF4-FFF2-40B4-BE49-F238E27FC236}">
                <a16:creationId xmlns:a16="http://schemas.microsoft.com/office/drawing/2014/main" id="{738A85B0-2865-5876-1D27-2B9788A68A1E}"/>
              </a:ext>
            </a:extLst>
          </p:cNvPr>
          <p:cNvGrpSpPr/>
          <p:nvPr/>
        </p:nvGrpSpPr>
        <p:grpSpPr>
          <a:xfrm>
            <a:off x="10065736" y="5709387"/>
            <a:ext cx="2042719" cy="1039235"/>
            <a:chOff x="2298584" y="5213339"/>
            <a:chExt cx="2042719" cy="1039235"/>
          </a:xfrm>
        </p:grpSpPr>
        <p:sp>
          <p:nvSpPr>
            <p:cNvPr id="5" name="Forma Livre: Forma 22">
              <a:extLst>
                <a:ext uri="{FF2B5EF4-FFF2-40B4-BE49-F238E27FC236}">
                  <a16:creationId xmlns:a16="http://schemas.microsoft.com/office/drawing/2014/main" id="{58AB2A0A-478E-E505-FB76-14F895852DEE}"/>
                </a:ext>
              </a:extLst>
            </p:cNvPr>
            <p:cNvSpPr/>
            <p:nvPr/>
          </p:nvSpPr>
          <p:spPr>
            <a:xfrm>
              <a:off x="2298584" y="5213339"/>
              <a:ext cx="2042719" cy="10392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pic>
          <p:nvPicPr>
            <p:cNvPr id="8" name="Imagem 7">
              <a:extLst>
                <a:ext uri="{FF2B5EF4-FFF2-40B4-BE49-F238E27FC236}">
                  <a16:creationId xmlns:a16="http://schemas.microsoft.com/office/drawing/2014/main" id="{B463442F-876F-21DE-6EB3-E1E3705019D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541141" y="5384972"/>
              <a:ext cx="1581371" cy="69596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83055897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2B1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C76D8C3-C7E2-2136-A841-3C78E2B0CC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28CC5329-DD25-7DF5-26E7-657CB17501E3}"/>
              </a:ext>
            </a:extLst>
          </p:cNvPr>
          <p:cNvSpPr/>
          <p:nvPr/>
        </p:nvSpPr>
        <p:spPr>
          <a:xfrm>
            <a:off x="955430" y="2496821"/>
            <a:ext cx="10281140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6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  <a:sym typeface="Arial"/>
              </a:rPr>
              <a:t>Nossa Biblioteca</a:t>
            </a:r>
          </a:p>
        </p:txBody>
      </p:sp>
      <p:grpSp>
        <p:nvGrpSpPr>
          <p:cNvPr id="3" name="Agrupar 2">
            <a:extLst>
              <a:ext uri="{FF2B5EF4-FFF2-40B4-BE49-F238E27FC236}">
                <a16:creationId xmlns:a16="http://schemas.microsoft.com/office/drawing/2014/main" id="{AE8F9728-D11F-67AD-2E78-55041FB6C6AE}"/>
              </a:ext>
            </a:extLst>
          </p:cNvPr>
          <p:cNvGrpSpPr/>
          <p:nvPr/>
        </p:nvGrpSpPr>
        <p:grpSpPr>
          <a:xfrm>
            <a:off x="5074640" y="5588898"/>
            <a:ext cx="2042719" cy="1039235"/>
            <a:chOff x="2298584" y="5213339"/>
            <a:chExt cx="2042719" cy="1039235"/>
          </a:xfrm>
        </p:grpSpPr>
        <p:sp>
          <p:nvSpPr>
            <p:cNvPr id="5" name="Forma Livre: Forma 22">
              <a:extLst>
                <a:ext uri="{FF2B5EF4-FFF2-40B4-BE49-F238E27FC236}">
                  <a16:creationId xmlns:a16="http://schemas.microsoft.com/office/drawing/2014/main" id="{7712CB71-0669-3C59-5176-2F73EC17E0FE}"/>
                </a:ext>
              </a:extLst>
            </p:cNvPr>
            <p:cNvSpPr/>
            <p:nvPr/>
          </p:nvSpPr>
          <p:spPr>
            <a:xfrm>
              <a:off x="2298584" y="5213339"/>
              <a:ext cx="2042719" cy="10392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pic>
          <p:nvPicPr>
            <p:cNvPr id="6" name="Imagem 5">
              <a:extLst>
                <a:ext uri="{FF2B5EF4-FFF2-40B4-BE49-F238E27FC236}">
                  <a16:creationId xmlns:a16="http://schemas.microsoft.com/office/drawing/2014/main" id="{C3C0A77F-DAD4-718C-E37C-8A6D6EA947C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541141" y="5384972"/>
              <a:ext cx="1581371" cy="69596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182845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DED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2D76ED6-3AB5-61B6-9D1B-08EB1A1262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Agrupar 6">
            <a:extLst>
              <a:ext uri="{FF2B5EF4-FFF2-40B4-BE49-F238E27FC236}">
                <a16:creationId xmlns:a16="http://schemas.microsoft.com/office/drawing/2014/main" id="{CBD96F37-944B-00D3-6C6D-F4CEE613D4A6}"/>
              </a:ext>
            </a:extLst>
          </p:cNvPr>
          <p:cNvGrpSpPr/>
          <p:nvPr/>
        </p:nvGrpSpPr>
        <p:grpSpPr>
          <a:xfrm>
            <a:off x="4213223" y="1179443"/>
            <a:ext cx="3765554" cy="4240488"/>
            <a:chOff x="712922" y="1445260"/>
            <a:chExt cx="4268810" cy="4932834"/>
          </a:xfrm>
        </p:grpSpPr>
        <p:pic>
          <p:nvPicPr>
            <p:cNvPr id="9222" name="Picture 6" descr="Estante De Livros, Biblioteca, Literatura, Livros">
              <a:extLst>
                <a:ext uri="{FF2B5EF4-FFF2-40B4-BE49-F238E27FC236}">
                  <a16:creationId xmlns:a16="http://schemas.microsoft.com/office/drawing/2014/main" id="{D594B418-94C1-E02E-1B16-11D4EBD0478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 cstate="hqprint">
              <a:alphaModFix amt="8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colorTemperature colorTemp="6100"/>
                      </a14:imgEffect>
                      <a14:imgEffect>
                        <a14:brightnessContrast bright="-1000" contrast="1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3495"/>
            <a:stretch/>
          </p:blipFill>
          <p:spPr bwMode="auto">
            <a:xfrm>
              <a:off x="739127" y="1445260"/>
              <a:ext cx="4219550" cy="4932834"/>
            </a:xfrm>
            <a:prstGeom prst="rect">
              <a:avLst/>
            </a:prstGeom>
            <a:noFill/>
            <a:ln>
              <a:solidFill>
                <a:srgbClr val="F05E3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3" name="Retângulo 22">
              <a:extLst>
                <a:ext uri="{FF2B5EF4-FFF2-40B4-BE49-F238E27FC236}">
                  <a16:creationId xmlns:a16="http://schemas.microsoft.com/office/drawing/2014/main" id="{3A613C28-699B-F004-6F08-889F34B1CBF7}"/>
                </a:ext>
              </a:extLst>
            </p:cNvPr>
            <p:cNvSpPr/>
            <p:nvPr/>
          </p:nvSpPr>
          <p:spPr>
            <a:xfrm>
              <a:off x="712922" y="1445260"/>
              <a:ext cx="4268810" cy="4907899"/>
            </a:xfrm>
            <a:prstGeom prst="rect">
              <a:avLst/>
            </a:prstGeom>
            <a:noFill/>
            <a:ln w="38100" cmpd="thickThin">
              <a:solidFill>
                <a:srgbClr val="F05E3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4" name="CaixaDeTexto 23">
              <a:extLst>
                <a:ext uri="{FF2B5EF4-FFF2-40B4-BE49-F238E27FC236}">
                  <a16:creationId xmlns:a16="http://schemas.microsoft.com/office/drawing/2014/main" id="{54E59514-0187-2F3D-3816-8E6B769A5311}"/>
                </a:ext>
              </a:extLst>
            </p:cNvPr>
            <p:cNvSpPr txBox="1"/>
            <p:nvPr/>
          </p:nvSpPr>
          <p:spPr>
            <a:xfrm>
              <a:off x="1598146" y="1469774"/>
              <a:ext cx="2498361" cy="139630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702B17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Consulta ao Acervo</a:t>
              </a:r>
            </a:p>
          </p:txBody>
        </p:sp>
        <p:grpSp>
          <p:nvGrpSpPr>
            <p:cNvPr id="6" name="Agrupar 5">
              <a:extLst>
                <a:ext uri="{FF2B5EF4-FFF2-40B4-BE49-F238E27FC236}">
                  <a16:creationId xmlns:a16="http://schemas.microsoft.com/office/drawing/2014/main" id="{3FFC1A6F-F6A7-1B9C-BC0B-10D6DE4B7C73}"/>
                </a:ext>
              </a:extLst>
            </p:cNvPr>
            <p:cNvGrpSpPr/>
            <p:nvPr/>
          </p:nvGrpSpPr>
          <p:grpSpPr>
            <a:xfrm>
              <a:off x="1213765" y="5390351"/>
              <a:ext cx="3188474" cy="768762"/>
              <a:chOff x="992049" y="5435109"/>
              <a:chExt cx="3188474" cy="768762"/>
            </a:xfrm>
          </p:grpSpPr>
          <p:sp>
            <p:nvSpPr>
              <p:cNvPr id="29" name="CaixaDeTexto 28">
                <a:extLst>
                  <a:ext uri="{FF2B5EF4-FFF2-40B4-BE49-F238E27FC236}">
                    <a16:creationId xmlns:a16="http://schemas.microsoft.com/office/drawing/2014/main" id="{37783E82-734B-0150-E034-F2474FB506F2}"/>
                  </a:ext>
                </a:extLst>
              </p:cNvPr>
              <p:cNvSpPr txBox="1"/>
              <p:nvPr/>
            </p:nvSpPr>
            <p:spPr>
              <a:xfrm>
                <a:off x="1090717" y="5606053"/>
                <a:ext cx="3089806" cy="4296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 marL="0" marR="0" lvl="0" indent="0" algn="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BR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702B17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  <a:hlinkClick r:id="rId5" tooltip="https://biblioteca.fieb.org.br/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biblioteca.fieb.org.br</a:t>
                </a:r>
                <a:endParaRPr kumimoji="0" lang="pt-BR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702B17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pic>
            <p:nvPicPr>
              <p:cNvPr id="30" name="Gráfico 29" descr="Internet com preenchimento sólido">
                <a:extLst>
                  <a:ext uri="{FF2B5EF4-FFF2-40B4-BE49-F238E27FC236}">
                    <a16:creationId xmlns:a16="http://schemas.microsoft.com/office/drawing/2014/main" id="{F7AFB6A1-8282-3484-7CB1-A3EFE58CBE5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hq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992049" y="5435109"/>
                <a:ext cx="768763" cy="768762"/>
              </a:xfrm>
              <a:prstGeom prst="rect">
                <a:avLst/>
              </a:prstGeom>
            </p:spPr>
          </p:pic>
        </p:grpSp>
      </p:grpSp>
      <p:grpSp>
        <p:nvGrpSpPr>
          <p:cNvPr id="3" name="Agrupar 2">
            <a:extLst>
              <a:ext uri="{FF2B5EF4-FFF2-40B4-BE49-F238E27FC236}">
                <a16:creationId xmlns:a16="http://schemas.microsoft.com/office/drawing/2014/main" id="{EBF40FE7-A98A-8652-CACF-1AE451F5B6B7}"/>
              </a:ext>
            </a:extLst>
          </p:cNvPr>
          <p:cNvGrpSpPr/>
          <p:nvPr/>
        </p:nvGrpSpPr>
        <p:grpSpPr>
          <a:xfrm>
            <a:off x="9634756" y="5502759"/>
            <a:ext cx="2042719" cy="1039235"/>
            <a:chOff x="2298584" y="5213339"/>
            <a:chExt cx="2042719" cy="1039235"/>
          </a:xfrm>
        </p:grpSpPr>
        <p:sp>
          <p:nvSpPr>
            <p:cNvPr id="4" name="Forma Livre: Forma 22">
              <a:extLst>
                <a:ext uri="{FF2B5EF4-FFF2-40B4-BE49-F238E27FC236}">
                  <a16:creationId xmlns:a16="http://schemas.microsoft.com/office/drawing/2014/main" id="{318B42CC-F2D6-9F0E-A5F8-D6898CF696F8}"/>
                </a:ext>
              </a:extLst>
            </p:cNvPr>
            <p:cNvSpPr/>
            <p:nvPr/>
          </p:nvSpPr>
          <p:spPr>
            <a:xfrm>
              <a:off x="2298584" y="5213339"/>
              <a:ext cx="2042719" cy="10392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pic>
          <p:nvPicPr>
            <p:cNvPr id="8" name="Imagem 7">
              <a:extLst>
                <a:ext uri="{FF2B5EF4-FFF2-40B4-BE49-F238E27FC236}">
                  <a16:creationId xmlns:a16="http://schemas.microsoft.com/office/drawing/2014/main" id="{729AA903-7B39-C120-471B-E688601D665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541141" y="5384972"/>
              <a:ext cx="1581371" cy="695967"/>
            </a:xfrm>
            <a:prstGeom prst="rect">
              <a:avLst/>
            </a:prstGeom>
          </p:spPr>
        </p:pic>
      </p:grpSp>
      <p:sp>
        <p:nvSpPr>
          <p:cNvPr id="10" name="Forma Livre: Forma 22">
            <a:extLst>
              <a:ext uri="{FF2B5EF4-FFF2-40B4-BE49-F238E27FC236}">
                <a16:creationId xmlns:a16="http://schemas.microsoft.com/office/drawing/2014/main" id="{7614EC04-625D-4276-DAE5-1244977CB5E9}"/>
              </a:ext>
            </a:extLst>
          </p:cNvPr>
          <p:cNvSpPr/>
          <p:nvPr/>
        </p:nvSpPr>
        <p:spPr>
          <a:xfrm>
            <a:off x="448811" y="317142"/>
            <a:ext cx="2778094" cy="862301"/>
          </a:xfrm>
          <a:prstGeom prst="rect">
            <a:avLst/>
          </a:prstGeom>
          <a:solidFill>
            <a:srgbClr val="702B1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457200" marR="0" lvl="1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800" b="1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Arial" panose="020B0604020202020204" pitchFamily="34" charset="0"/>
                <a:sym typeface="Arial"/>
              </a:rPr>
              <a:t>Nossa</a:t>
            </a:r>
          </a:p>
          <a:p>
            <a:pPr marL="457200" marR="0" lvl="1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800" b="1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Arial" panose="020B0604020202020204" pitchFamily="34" charset="0"/>
                <a:sym typeface="Arial"/>
              </a:rPr>
              <a:t>Biblioteca</a:t>
            </a:r>
          </a:p>
        </p:txBody>
      </p:sp>
      <p:pic>
        <p:nvPicPr>
          <p:cNvPr id="25" name="Imagem 24" descr="Código QR&#10;&#10;O conteúdo gerado por IA pode estar incorreto.">
            <a:extLst>
              <a:ext uri="{FF2B5EF4-FFF2-40B4-BE49-F238E27FC236}">
                <a16:creationId xmlns:a16="http://schemas.microsoft.com/office/drawing/2014/main" id="{CCCA66C5-AF83-C37D-712A-F09C8B03EE79}"/>
              </a:ext>
            </a:extLst>
          </p:cNvPr>
          <p:cNvPicPr>
            <a:picLocks noChangeAspect="1"/>
          </p:cNvPicPr>
          <p:nvPr/>
        </p:nvPicPr>
        <p:blipFill>
          <a:blip r:embed="rId8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4365" y="2650857"/>
            <a:ext cx="1643270" cy="1643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673849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2B1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66F4CF-34E2-B4F2-4234-FFDA0AD6A6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768A741C-244E-03C7-E66A-8B1E201F3338}"/>
              </a:ext>
            </a:extLst>
          </p:cNvPr>
          <p:cNvSpPr/>
          <p:nvPr/>
        </p:nvSpPr>
        <p:spPr>
          <a:xfrm>
            <a:off x="1029641" y="2623431"/>
            <a:ext cx="10281140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6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  <a:sym typeface="Arial"/>
              </a:rPr>
              <a:t>Regras de Convivência</a:t>
            </a:r>
          </a:p>
        </p:txBody>
      </p:sp>
      <p:grpSp>
        <p:nvGrpSpPr>
          <p:cNvPr id="3" name="Agrupar 2">
            <a:extLst>
              <a:ext uri="{FF2B5EF4-FFF2-40B4-BE49-F238E27FC236}">
                <a16:creationId xmlns:a16="http://schemas.microsoft.com/office/drawing/2014/main" id="{1381400A-27CF-2ED5-8E7C-DBAC7DF2BD4B}"/>
              </a:ext>
            </a:extLst>
          </p:cNvPr>
          <p:cNvGrpSpPr/>
          <p:nvPr/>
        </p:nvGrpSpPr>
        <p:grpSpPr>
          <a:xfrm>
            <a:off x="5074640" y="5588898"/>
            <a:ext cx="2042719" cy="1039235"/>
            <a:chOff x="2298584" y="5213339"/>
            <a:chExt cx="2042719" cy="1039235"/>
          </a:xfrm>
        </p:grpSpPr>
        <p:sp>
          <p:nvSpPr>
            <p:cNvPr id="5" name="Forma Livre: Forma 22">
              <a:extLst>
                <a:ext uri="{FF2B5EF4-FFF2-40B4-BE49-F238E27FC236}">
                  <a16:creationId xmlns:a16="http://schemas.microsoft.com/office/drawing/2014/main" id="{C95147E0-F2DE-BDE3-12C0-EAFF31B83377}"/>
                </a:ext>
              </a:extLst>
            </p:cNvPr>
            <p:cNvSpPr/>
            <p:nvPr/>
          </p:nvSpPr>
          <p:spPr>
            <a:xfrm>
              <a:off x="2298584" y="5213339"/>
              <a:ext cx="2042719" cy="10392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pic>
          <p:nvPicPr>
            <p:cNvPr id="6" name="Imagem 5">
              <a:extLst>
                <a:ext uri="{FF2B5EF4-FFF2-40B4-BE49-F238E27FC236}">
                  <a16:creationId xmlns:a16="http://schemas.microsoft.com/office/drawing/2014/main" id="{454C4EB5-1C8C-23F2-CD96-E5062E8F9FE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541141" y="5384972"/>
              <a:ext cx="1581371" cy="69596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088388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DED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701C3B-4732-0D68-C52B-7577818BE4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C3B067F0-35BD-E352-7564-5BECC25923AF}"/>
              </a:ext>
            </a:extLst>
          </p:cNvPr>
          <p:cNvSpPr/>
          <p:nvPr/>
        </p:nvSpPr>
        <p:spPr>
          <a:xfrm>
            <a:off x="448810" y="1551418"/>
            <a:ext cx="11162950" cy="42114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marR="0" lvl="0" indent="-514350" algn="just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67"/>
              </a:spcAft>
              <a:buClr>
                <a:srgbClr val="F05E30"/>
              </a:buClr>
              <a:buSzTx/>
              <a:buFont typeface="+mj-lt"/>
              <a:buAutoNum type="arabicPeriod"/>
              <a:tabLst/>
              <a:defRPr/>
            </a:pPr>
            <a:r>
              <a:rPr kumimoji="0" lang="pt-BR" sz="2100" b="1" i="0" u="none" strike="noStrike" kern="0" cap="none" spc="0" normalizeH="0" baseline="0" noProof="0" dirty="0">
                <a:ln>
                  <a:noFill/>
                </a:ln>
                <a:solidFill>
                  <a:srgbClr val="702B17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Arial"/>
              </a:rPr>
              <a:t>Respeito mútuo: </a:t>
            </a:r>
            <a:r>
              <a:rPr kumimoji="0" lang="pt-BR" sz="2100" b="0" i="0" u="none" strike="noStrike" kern="0" cap="none" spc="0" normalizeH="0" baseline="0" noProof="0" dirty="0">
                <a:ln>
                  <a:noFill/>
                </a:ln>
                <a:solidFill>
                  <a:srgbClr val="702B17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Arial"/>
              </a:rPr>
              <a:t>Tratar professores, colegas e demais membros da comunidade acadêmica com respeito, cordialidade e urbanidade.</a:t>
            </a:r>
          </a:p>
          <a:p>
            <a:pPr marL="514350" marR="0" lvl="0" indent="-514350" algn="just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67"/>
              </a:spcAft>
              <a:buClr>
                <a:srgbClr val="F05E30"/>
              </a:buClr>
              <a:buSzTx/>
              <a:buFont typeface="+mj-lt"/>
              <a:buAutoNum type="arabicPeriod"/>
              <a:tabLst/>
              <a:defRPr/>
            </a:pPr>
            <a:r>
              <a:rPr kumimoji="0" lang="pt-BR" sz="2100" b="1" i="0" u="none" strike="noStrike" kern="0" cap="none" spc="0" normalizeH="0" baseline="0" noProof="0" dirty="0">
                <a:ln>
                  <a:noFill/>
                </a:ln>
                <a:solidFill>
                  <a:srgbClr val="702B17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Arial"/>
              </a:rPr>
              <a:t>Participação responsável: </a:t>
            </a:r>
            <a:r>
              <a:rPr kumimoji="0" lang="pt-BR" sz="2100" b="0" i="0" u="none" strike="noStrike" kern="0" cap="none" spc="0" normalizeH="0" baseline="0" noProof="0" dirty="0">
                <a:ln>
                  <a:noFill/>
                </a:ln>
                <a:solidFill>
                  <a:srgbClr val="702B17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Arial"/>
              </a:rPr>
              <a:t>Contribuir para as atividades propostas, mantendo uma postura participativa e colaborativa durante as aulas.</a:t>
            </a:r>
          </a:p>
          <a:p>
            <a:pPr marL="514350" marR="0" lvl="0" indent="-514350" algn="just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67"/>
              </a:spcAft>
              <a:buClr>
                <a:srgbClr val="F05E30"/>
              </a:buClr>
              <a:buSzTx/>
              <a:buFont typeface="+mj-lt"/>
              <a:buAutoNum type="arabicPeriod"/>
              <a:tabLst/>
              <a:defRPr/>
            </a:pPr>
            <a:r>
              <a:rPr kumimoji="0" lang="pt-BR" sz="2100" b="1" i="0" u="none" strike="noStrike" kern="0" cap="none" spc="0" normalizeH="0" baseline="0" noProof="0" dirty="0">
                <a:ln>
                  <a:noFill/>
                </a:ln>
                <a:solidFill>
                  <a:srgbClr val="702B17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Arial"/>
              </a:rPr>
              <a:t>Pontualidade e assiduidade: </a:t>
            </a:r>
            <a:r>
              <a:rPr kumimoji="0" lang="pt-BR" sz="2100" b="0" i="0" u="none" strike="noStrike" kern="0" cap="none" spc="0" normalizeH="0" baseline="0" noProof="0" dirty="0">
                <a:ln>
                  <a:noFill/>
                </a:ln>
                <a:solidFill>
                  <a:srgbClr val="702B17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Arial"/>
              </a:rPr>
              <a:t>Comparecer às aulas no horário previsto e cumprir os compromissos acadêmicos estabelecidos.</a:t>
            </a:r>
          </a:p>
          <a:p>
            <a:pPr marL="514350" marR="0" lvl="0" indent="-514350" algn="just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67"/>
              </a:spcAft>
              <a:buClr>
                <a:srgbClr val="F05E30"/>
              </a:buClr>
              <a:buSzTx/>
              <a:buFont typeface="+mj-lt"/>
              <a:buAutoNum type="arabicPeriod"/>
              <a:tabLst/>
              <a:defRPr/>
            </a:pPr>
            <a:r>
              <a:rPr kumimoji="0" lang="pt-BR" sz="2100" b="1" i="0" u="none" strike="noStrike" kern="0" cap="none" spc="0" normalizeH="0" baseline="0" noProof="0" dirty="0">
                <a:ln>
                  <a:noFill/>
                </a:ln>
                <a:solidFill>
                  <a:srgbClr val="702B17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Arial"/>
              </a:rPr>
              <a:t>Uso adequado de dispositivos eletrônicos: </a:t>
            </a:r>
            <a:r>
              <a:rPr kumimoji="0" lang="pt-BR" sz="2100" b="0" i="0" u="none" strike="noStrike" kern="0" cap="none" spc="0" normalizeH="0" baseline="0" noProof="0" dirty="0">
                <a:ln>
                  <a:noFill/>
                </a:ln>
                <a:solidFill>
                  <a:srgbClr val="702B17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Arial"/>
              </a:rPr>
              <a:t>Utilizar celulares, notebooks e outros dispositivos apenas para fins relacionados às atividades da disciplina, conforme orientação do docente.</a:t>
            </a:r>
          </a:p>
          <a:p>
            <a:pPr marL="514350" marR="0" lvl="0" indent="-514350" algn="just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67"/>
              </a:spcAft>
              <a:buClr>
                <a:srgbClr val="F05E30"/>
              </a:buClr>
              <a:buSzTx/>
              <a:buFont typeface="+mj-lt"/>
              <a:buAutoNum type="arabicPeriod"/>
              <a:tabLst/>
              <a:defRPr/>
            </a:pPr>
            <a:r>
              <a:rPr kumimoji="0" lang="pt-BR" sz="2100" b="1" i="0" u="none" strike="noStrike" kern="0" cap="none" spc="0" normalizeH="0" baseline="0" noProof="0" dirty="0">
                <a:ln>
                  <a:noFill/>
                </a:ln>
                <a:solidFill>
                  <a:srgbClr val="702B17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Arial"/>
              </a:rPr>
              <a:t>Compromisso com o ambiente de aprendizagem: </a:t>
            </a:r>
            <a:r>
              <a:rPr kumimoji="0" lang="pt-BR" sz="2100" b="0" i="0" u="none" strike="noStrike" kern="0" cap="none" spc="0" normalizeH="0" baseline="0" noProof="0" dirty="0">
                <a:ln>
                  <a:noFill/>
                </a:ln>
                <a:solidFill>
                  <a:srgbClr val="702B17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Arial"/>
              </a:rPr>
              <a:t>Evitar conversas paralelas, interrupções e comportamentos que possam prejudicar a concentração, o desenvolvimento das aulas e a aprendizagem coletiva.</a:t>
            </a:r>
          </a:p>
        </p:txBody>
      </p:sp>
      <p:sp>
        <p:nvSpPr>
          <p:cNvPr id="12" name="Forma Livre: Forma 22">
            <a:extLst>
              <a:ext uri="{FF2B5EF4-FFF2-40B4-BE49-F238E27FC236}">
                <a16:creationId xmlns:a16="http://schemas.microsoft.com/office/drawing/2014/main" id="{A6B19724-C944-2B5C-D084-36DD59BE5FE6}"/>
              </a:ext>
            </a:extLst>
          </p:cNvPr>
          <p:cNvSpPr/>
          <p:nvPr/>
        </p:nvSpPr>
        <p:spPr>
          <a:xfrm>
            <a:off x="448810" y="317142"/>
            <a:ext cx="3009093" cy="1016708"/>
          </a:xfrm>
          <a:prstGeom prst="rect">
            <a:avLst/>
          </a:prstGeom>
          <a:solidFill>
            <a:srgbClr val="702B1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457200" marR="0" lvl="1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800" b="1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Arial" panose="020B0604020202020204" pitchFamily="34" charset="0"/>
                <a:sym typeface="Arial"/>
              </a:rPr>
              <a:t>Regras de</a:t>
            </a:r>
          </a:p>
          <a:p>
            <a:pPr marL="457200" marR="0" lvl="1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800" b="1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Arial" panose="020B0604020202020204" pitchFamily="34" charset="0"/>
                <a:sym typeface="Arial"/>
              </a:rPr>
              <a:t>Convivência</a:t>
            </a:r>
          </a:p>
        </p:txBody>
      </p:sp>
      <p:grpSp>
        <p:nvGrpSpPr>
          <p:cNvPr id="13" name="Agrupar 12">
            <a:extLst>
              <a:ext uri="{FF2B5EF4-FFF2-40B4-BE49-F238E27FC236}">
                <a16:creationId xmlns:a16="http://schemas.microsoft.com/office/drawing/2014/main" id="{1C2FF22C-04B5-751C-D663-A506A888FD20}"/>
              </a:ext>
            </a:extLst>
          </p:cNvPr>
          <p:cNvGrpSpPr/>
          <p:nvPr/>
        </p:nvGrpSpPr>
        <p:grpSpPr>
          <a:xfrm>
            <a:off x="9634756" y="5502759"/>
            <a:ext cx="2042719" cy="1039235"/>
            <a:chOff x="2298584" y="5213339"/>
            <a:chExt cx="2042719" cy="1039235"/>
          </a:xfrm>
        </p:grpSpPr>
        <p:sp>
          <p:nvSpPr>
            <p:cNvPr id="14" name="Forma Livre: Forma 22">
              <a:extLst>
                <a:ext uri="{FF2B5EF4-FFF2-40B4-BE49-F238E27FC236}">
                  <a16:creationId xmlns:a16="http://schemas.microsoft.com/office/drawing/2014/main" id="{6B773172-9A27-0DA3-AADA-68E32E196EDF}"/>
                </a:ext>
              </a:extLst>
            </p:cNvPr>
            <p:cNvSpPr/>
            <p:nvPr/>
          </p:nvSpPr>
          <p:spPr>
            <a:xfrm>
              <a:off x="2298584" y="5213339"/>
              <a:ext cx="2042719" cy="10392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pic>
          <p:nvPicPr>
            <p:cNvPr id="15" name="Imagem 14">
              <a:extLst>
                <a:ext uri="{FF2B5EF4-FFF2-40B4-BE49-F238E27FC236}">
                  <a16:creationId xmlns:a16="http://schemas.microsoft.com/office/drawing/2014/main" id="{6E8233E5-E554-F870-94C5-485509F33B8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541141" y="5384972"/>
              <a:ext cx="1581371" cy="695967"/>
            </a:xfrm>
            <a:prstGeom prst="rect">
              <a:avLst/>
            </a:prstGeom>
          </p:spPr>
        </p:pic>
      </p:grpSp>
      <p:sp>
        <p:nvSpPr>
          <p:cNvPr id="3" name="CaixaDeTexto 2">
            <a:extLst>
              <a:ext uri="{FF2B5EF4-FFF2-40B4-BE49-F238E27FC236}">
                <a16:creationId xmlns:a16="http://schemas.microsoft.com/office/drawing/2014/main" id="{0D30BE5A-9DD4-742D-7900-A9CBEAD8FBB5}"/>
              </a:ext>
            </a:extLst>
          </p:cNvPr>
          <p:cNvSpPr txBox="1"/>
          <p:nvPr/>
        </p:nvSpPr>
        <p:spPr>
          <a:xfrm>
            <a:off x="4351283" y="160170"/>
            <a:ext cx="7391907" cy="1308050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>
                <a:solidFill>
                  <a:srgbClr val="FFFF00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Professor(a), para contribuir com um ambiente de aprendizagem mais respeitoso e produtivo, sugerimos que sejam pactuadas com a turma, desde o início do semestre, algumas regras de convivência e participação.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9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Abaixo, listamos sugestões que podem ser adaptadas às características do seu componente curricular e da sua proposta pedagógica.</a:t>
            </a:r>
          </a:p>
        </p:txBody>
      </p:sp>
    </p:spTree>
    <p:extLst>
      <p:ext uri="{BB962C8B-B14F-4D97-AF65-F5344CB8AC3E}">
        <p14:creationId xmlns:p14="http://schemas.microsoft.com/office/powerpoint/2010/main" val="219210498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2B1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BD99442-8890-E945-4BC9-4673C2CE0F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2A2EE260-F5BA-7F17-FC54-1CC8ED66BBC0}"/>
              </a:ext>
            </a:extLst>
          </p:cNvPr>
          <p:cNvSpPr/>
          <p:nvPr/>
        </p:nvSpPr>
        <p:spPr>
          <a:xfrm>
            <a:off x="955430" y="2496821"/>
            <a:ext cx="10281140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6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  <a:sym typeface="Arial"/>
              </a:rPr>
              <a:t>Outros...</a:t>
            </a:r>
          </a:p>
        </p:txBody>
      </p:sp>
      <p:grpSp>
        <p:nvGrpSpPr>
          <p:cNvPr id="3" name="Agrupar 2">
            <a:extLst>
              <a:ext uri="{FF2B5EF4-FFF2-40B4-BE49-F238E27FC236}">
                <a16:creationId xmlns:a16="http://schemas.microsoft.com/office/drawing/2014/main" id="{A1FEDB19-0C85-DE95-0B02-592CB16E04BA}"/>
              </a:ext>
            </a:extLst>
          </p:cNvPr>
          <p:cNvGrpSpPr/>
          <p:nvPr/>
        </p:nvGrpSpPr>
        <p:grpSpPr>
          <a:xfrm>
            <a:off x="5074640" y="5588898"/>
            <a:ext cx="2042719" cy="1039235"/>
            <a:chOff x="2298584" y="5213339"/>
            <a:chExt cx="2042719" cy="1039235"/>
          </a:xfrm>
        </p:grpSpPr>
        <p:sp>
          <p:nvSpPr>
            <p:cNvPr id="5" name="Forma Livre: Forma 22">
              <a:extLst>
                <a:ext uri="{FF2B5EF4-FFF2-40B4-BE49-F238E27FC236}">
                  <a16:creationId xmlns:a16="http://schemas.microsoft.com/office/drawing/2014/main" id="{C183AC65-FF23-FF1D-BC8B-3FDB78F5258C}"/>
                </a:ext>
              </a:extLst>
            </p:cNvPr>
            <p:cNvSpPr/>
            <p:nvPr/>
          </p:nvSpPr>
          <p:spPr>
            <a:xfrm>
              <a:off x="2298584" y="5213339"/>
              <a:ext cx="2042719" cy="10392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pic>
          <p:nvPicPr>
            <p:cNvPr id="6" name="Imagem 5">
              <a:extLst>
                <a:ext uri="{FF2B5EF4-FFF2-40B4-BE49-F238E27FC236}">
                  <a16:creationId xmlns:a16="http://schemas.microsoft.com/office/drawing/2014/main" id="{BA1C17F4-D60E-1E74-70A6-2D504322C92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541141" y="5384972"/>
              <a:ext cx="1581371" cy="69596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8558478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DED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F8E3F2E-8060-34DB-9150-247B1E706B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tângulo 20">
            <a:extLst>
              <a:ext uri="{FF2B5EF4-FFF2-40B4-BE49-F238E27FC236}">
                <a16:creationId xmlns:a16="http://schemas.microsoft.com/office/drawing/2014/main" id="{DBBDB005-8B13-582B-7579-C34CAB460698}"/>
              </a:ext>
            </a:extLst>
          </p:cNvPr>
          <p:cNvSpPr/>
          <p:nvPr/>
        </p:nvSpPr>
        <p:spPr>
          <a:xfrm>
            <a:off x="4219112" y="1085042"/>
            <a:ext cx="7256106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400" b="1" i="0" u="none" strike="noStrike" kern="1200" cap="none" spc="0" normalizeH="0" baseline="0" noProof="0" dirty="0">
                <a:ln>
                  <a:noFill/>
                </a:ln>
                <a:solidFill>
                  <a:srgbClr val="702B17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Não deixe para estudar nas vésperas das avaliações. 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000" b="0" i="0" u="none" strike="noStrike" kern="1200" cap="none" spc="0" normalizeH="0" baseline="0" noProof="0" dirty="0">
                <a:ln>
                  <a:noFill/>
                </a:ln>
                <a:solidFill>
                  <a:srgbClr val="702B17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Acostume-se a estudar um pouco todos os dias. Isso fará uma enorme diferença no seu desempenho final.</a:t>
            </a:r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5867B763-971B-0D75-405E-D85E1DA51967}"/>
              </a:ext>
            </a:extLst>
          </p:cNvPr>
          <p:cNvSpPr/>
          <p:nvPr/>
        </p:nvSpPr>
        <p:spPr>
          <a:xfrm>
            <a:off x="2080699" y="2388340"/>
            <a:ext cx="8011915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400" b="1" i="0" u="none" strike="noStrike" kern="1200" cap="none" spc="0" normalizeH="0" baseline="0" noProof="0" dirty="0">
                <a:ln>
                  <a:noFill/>
                </a:ln>
                <a:solidFill>
                  <a:srgbClr val="702B17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Utilize uma agenda para se organizar e não perder os prazos.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000" b="0" i="0" u="none" strike="noStrike" kern="1200" cap="none" spc="0" normalizeH="0" baseline="0" noProof="0" dirty="0">
                <a:ln>
                  <a:noFill/>
                </a:ln>
                <a:solidFill>
                  <a:srgbClr val="702B17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Existem várias opções de aplicativos para esse fim.</a:t>
            </a:r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B23C0985-9ECD-255A-07B3-3C25341835AC}"/>
              </a:ext>
            </a:extLst>
          </p:cNvPr>
          <p:cNvSpPr/>
          <p:nvPr/>
        </p:nvSpPr>
        <p:spPr>
          <a:xfrm>
            <a:off x="3559156" y="3669838"/>
            <a:ext cx="8223675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400" b="1" i="0" u="none" strike="noStrike" kern="1200" cap="none" spc="0" normalizeH="0" baseline="0" noProof="0" dirty="0">
                <a:ln>
                  <a:noFill/>
                </a:ln>
                <a:solidFill>
                  <a:srgbClr val="702B17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Fique atento aos prazos das pesquisas institucionais.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000" b="0" i="0" u="none" strike="noStrike" kern="1200" cap="none" spc="0" normalizeH="0" baseline="0" noProof="0" dirty="0">
                <a:ln>
                  <a:noFill/>
                </a:ln>
                <a:solidFill>
                  <a:srgbClr val="702B17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Sua participação é muito importante para nosso planejamento de melhorias.</a:t>
            </a:r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E2AE5AF0-06B6-066E-80E9-16F04C36E921}"/>
              </a:ext>
            </a:extLst>
          </p:cNvPr>
          <p:cNvSpPr/>
          <p:nvPr/>
        </p:nvSpPr>
        <p:spPr>
          <a:xfrm>
            <a:off x="1821846" y="4985395"/>
            <a:ext cx="7918502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400" b="1" i="0" u="none" strike="noStrike" kern="1200" cap="none" spc="0" normalizeH="0" baseline="0" noProof="0" dirty="0">
                <a:ln>
                  <a:noFill/>
                </a:ln>
                <a:solidFill>
                  <a:srgbClr val="702B17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Insira na sua rotina, momentos de leitura de temas variados.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000" b="0" i="0" u="none" strike="noStrike" kern="1200" cap="none" spc="0" normalizeH="0" baseline="0" noProof="0" dirty="0">
                <a:ln>
                  <a:noFill/>
                </a:ln>
                <a:solidFill>
                  <a:srgbClr val="702B17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Já é comprovado que a leitura desperta o raciocínio lógico e melhora sua escrita e habilidades de comunicação.</a:t>
            </a:r>
          </a:p>
        </p:txBody>
      </p:sp>
      <p:pic>
        <p:nvPicPr>
          <p:cNvPr id="8" name="Imagem 7" descr="Ícone&#10;&#10;Descrição gerada automaticamente">
            <a:extLst>
              <a:ext uri="{FF2B5EF4-FFF2-40B4-BE49-F238E27FC236}">
                <a16:creationId xmlns:a16="http://schemas.microsoft.com/office/drawing/2014/main" id="{5BB94B51-AE5A-CFC4-3CB1-43BA8AD81B36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1200"/>
                    </a14:imgEffect>
                    <a14:imgEffect>
                      <a14:brightnessContrast bright="-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1452" y="1235772"/>
            <a:ext cx="759363" cy="759363"/>
          </a:xfrm>
          <a:prstGeom prst="rect">
            <a:avLst/>
          </a:prstGeom>
        </p:spPr>
      </p:pic>
      <p:pic>
        <p:nvPicPr>
          <p:cNvPr id="10" name="Imagem 9" descr="Ícone&#10;&#10;Descrição gerada automaticamente">
            <a:extLst>
              <a:ext uri="{FF2B5EF4-FFF2-40B4-BE49-F238E27FC236}">
                <a16:creationId xmlns:a16="http://schemas.microsoft.com/office/drawing/2014/main" id="{16F11E9D-9D5F-B43B-DC0B-44E9134D6F1F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7406" y="2388340"/>
            <a:ext cx="724106" cy="724106"/>
          </a:xfrm>
          <a:prstGeom prst="rect">
            <a:avLst/>
          </a:prstGeom>
        </p:spPr>
      </p:pic>
      <p:pic>
        <p:nvPicPr>
          <p:cNvPr id="12" name="Imagem 11" descr="Ícone&#10;&#10;Descrição gerada automaticamente">
            <a:extLst>
              <a:ext uri="{FF2B5EF4-FFF2-40B4-BE49-F238E27FC236}">
                <a16:creationId xmlns:a16="http://schemas.microsoft.com/office/drawing/2014/main" id="{1188770B-8D43-F722-941D-4F55768A0AD8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-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1207" y="3699253"/>
            <a:ext cx="759363" cy="759363"/>
          </a:xfrm>
          <a:prstGeom prst="rect">
            <a:avLst/>
          </a:prstGeom>
        </p:spPr>
      </p:pic>
      <p:pic>
        <p:nvPicPr>
          <p:cNvPr id="16" name="Imagem 15" descr="Ícone&#10;&#10;Descrição gerada automaticamente">
            <a:extLst>
              <a:ext uri="{FF2B5EF4-FFF2-40B4-BE49-F238E27FC236}">
                <a16:creationId xmlns:a16="http://schemas.microsoft.com/office/drawing/2014/main" id="{669BE864-C27F-CB5C-7CA9-00C2859EE417}"/>
              </a:ext>
            </a:extLst>
          </p:cNvPr>
          <p:cNvPicPr>
            <a:picLocks noChangeAspect="1"/>
          </p:cNvPicPr>
          <p:nvPr/>
        </p:nvPicPr>
        <p:blipFill>
          <a:blip r:embed="rId8" cstate="hq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bright="-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8551" y="5034728"/>
            <a:ext cx="851406" cy="851406"/>
          </a:xfrm>
          <a:prstGeom prst="rect">
            <a:avLst/>
          </a:prstGeom>
        </p:spPr>
      </p:pic>
      <p:sp>
        <p:nvSpPr>
          <p:cNvPr id="2" name="Forma Livre: Forma 22">
            <a:extLst>
              <a:ext uri="{FF2B5EF4-FFF2-40B4-BE49-F238E27FC236}">
                <a16:creationId xmlns:a16="http://schemas.microsoft.com/office/drawing/2014/main" id="{826A4577-8159-2F64-87EF-E19F6795F5CE}"/>
              </a:ext>
            </a:extLst>
          </p:cNvPr>
          <p:cNvSpPr/>
          <p:nvPr/>
        </p:nvSpPr>
        <p:spPr>
          <a:xfrm>
            <a:off x="448811" y="317143"/>
            <a:ext cx="2042598" cy="654724"/>
          </a:xfrm>
          <a:prstGeom prst="rect">
            <a:avLst/>
          </a:prstGeom>
          <a:solidFill>
            <a:srgbClr val="702B1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457200" marR="0" lvl="1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800" b="1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Arial" panose="020B0604020202020204" pitchFamily="34" charset="0"/>
                <a:sym typeface="Arial"/>
              </a:rPr>
              <a:t>DICAS</a:t>
            </a:r>
          </a:p>
        </p:txBody>
      </p:sp>
      <p:grpSp>
        <p:nvGrpSpPr>
          <p:cNvPr id="3" name="Agrupar 2">
            <a:extLst>
              <a:ext uri="{FF2B5EF4-FFF2-40B4-BE49-F238E27FC236}">
                <a16:creationId xmlns:a16="http://schemas.microsoft.com/office/drawing/2014/main" id="{991ED0E1-F1D8-7554-8CD8-4A1749BF1322}"/>
              </a:ext>
            </a:extLst>
          </p:cNvPr>
          <p:cNvGrpSpPr/>
          <p:nvPr/>
        </p:nvGrpSpPr>
        <p:grpSpPr>
          <a:xfrm>
            <a:off x="9826913" y="5524004"/>
            <a:ext cx="2042719" cy="1039235"/>
            <a:chOff x="2298584" y="5213339"/>
            <a:chExt cx="2042719" cy="1039235"/>
          </a:xfrm>
        </p:grpSpPr>
        <p:sp>
          <p:nvSpPr>
            <p:cNvPr id="4" name="Forma Livre: Forma 22">
              <a:extLst>
                <a:ext uri="{FF2B5EF4-FFF2-40B4-BE49-F238E27FC236}">
                  <a16:creationId xmlns:a16="http://schemas.microsoft.com/office/drawing/2014/main" id="{DEC70276-4F1B-ABB5-F83D-E4B25CC79008}"/>
                </a:ext>
              </a:extLst>
            </p:cNvPr>
            <p:cNvSpPr/>
            <p:nvPr/>
          </p:nvSpPr>
          <p:spPr>
            <a:xfrm>
              <a:off x="2298584" y="5213339"/>
              <a:ext cx="2042719" cy="10392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pic>
          <p:nvPicPr>
            <p:cNvPr id="15" name="Imagem 14">
              <a:extLst>
                <a:ext uri="{FF2B5EF4-FFF2-40B4-BE49-F238E27FC236}">
                  <a16:creationId xmlns:a16="http://schemas.microsoft.com/office/drawing/2014/main" id="{901AEB59-A51D-325A-6975-48A80B8E13A4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541141" y="5384972"/>
              <a:ext cx="1581371" cy="69596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0056560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DE8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67B9F9A-8450-250E-468F-8EF6387CB0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Agrupar 11">
            <a:extLst>
              <a:ext uri="{FF2B5EF4-FFF2-40B4-BE49-F238E27FC236}">
                <a16:creationId xmlns:a16="http://schemas.microsoft.com/office/drawing/2014/main" id="{410D4167-1C04-5638-C20F-2C0C8EEFE628}"/>
              </a:ext>
            </a:extLst>
          </p:cNvPr>
          <p:cNvGrpSpPr/>
          <p:nvPr/>
        </p:nvGrpSpPr>
        <p:grpSpPr>
          <a:xfrm>
            <a:off x="1489887" y="1615000"/>
            <a:ext cx="4172428" cy="4254479"/>
            <a:chOff x="156316" y="1335317"/>
            <a:chExt cx="4130098" cy="4580061"/>
          </a:xfrm>
        </p:grpSpPr>
        <p:sp>
          <p:nvSpPr>
            <p:cNvPr id="269" name="Retângulo 268">
              <a:extLst>
                <a:ext uri="{FF2B5EF4-FFF2-40B4-BE49-F238E27FC236}">
                  <a16:creationId xmlns:a16="http://schemas.microsoft.com/office/drawing/2014/main" id="{3FDF3820-C379-BEE0-9D8F-489388B9D9D7}"/>
                </a:ext>
              </a:extLst>
            </p:cNvPr>
            <p:cNvSpPr/>
            <p:nvPr/>
          </p:nvSpPr>
          <p:spPr>
            <a:xfrm>
              <a:off x="1035117" y="1335317"/>
              <a:ext cx="978381" cy="504663"/>
            </a:xfrm>
            <a:prstGeom prst="rect">
              <a:avLst/>
            </a:prstGeom>
            <a:solidFill>
              <a:srgbClr val="04042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3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SEMESTRES</a:t>
              </a:r>
            </a:p>
          </p:txBody>
        </p:sp>
        <p:sp>
          <p:nvSpPr>
            <p:cNvPr id="270" name="Retângulo 269">
              <a:extLst>
                <a:ext uri="{FF2B5EF4-FFF2-40B4-BE49-F238E27FC236}">
                  <a16:creationId xmlns:a16="http://schemas.microsoft.com/office/drawing/2014/main" id="{5E1F52F6-C4ED-0FAA-EE9A-22FE762AF579}"/>
                </a:ext>
              </a:extLst>
            </p:cNvPr>
            <p:cNvSpPr/>
            <p:nvPr/>
          </p:nvSpPr>
          <p:spPr>
            <a:xfrm>
              <a:off x="2099348" y="1335317"/>
              <a:ext cx="978381" cy="504663"/>
            </a:xfrm>
            <a:prstGeom prst="rect">
              <a:avLst/>
            </a:prstGeom>
            <a:solidFill>
              <a:srgbClr val="04042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3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QUESTÕES OBJETIVAS</a:t>
              </a:r>
            </a:p>
          </p:txBody>
        </p:sp>
        <p:sp>
          <p:nvSpPr>
            <p:cNvPr id="271" name="Retângulo 270">
              <a:extLst>
                <a:ext uri="{FF2B5EF4-FFF2-40B4-BE49-F238E27FC236}">
                  <a16:creationId xmlns:a16="http://schemas.microsoft.com/office/drawing/2014/main" id="{56B5A569-7A67-8171-8001-DC0418EC448D}"/>
                </a:ext>
              </a:extLst>
            </p:cNvPr>
            <p:cNvSpPr/>
            <p:nvPr/>
          </p:nvSpPr>
          <p:spPr>
            <a:xfrm>
              <a:off x="3163578" y="1335317"/>
              <a:ext cx="1122836" cy="504663"/>
            </a:xfrm>
            <a:prstGeom prst="rect">
              <a:avLst/>
            </a:prstGeom>
            <a:solidFill>
              <a:srgbClr val="04042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3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QUESTÕES DISCURSIVAS</a:t>
              </a:r>
            </a:p>
          </p:txBody>
        </p:sp>
        <p:sp>
          <p:nvSpPr>
            <p:cNvPr id="272" name="Retângulo 271">
              <a:extLst>
                <a:ext uri="{FF2B5EF4-FFF2-40B4-BE49-F238E27FC236}">
                  <a16:creationId xmlns:a16="http://schemas.microsoft.com/office/drawing/2014/main" id="{370B279B-DAF1-9C7F-B70E-FEC2C5740149}"/>
                </a:ext>
              </a:extLst>
            </p:cNvPr>
            <p:cNvSpPr/>
            <p:nvPr/>
          </p:nvSpPr>
          <p:spPr>
            <a:xfrm>
              <a:off x="156316" y="1335317"/>
              <a:ext cx="801287" cy="504663"/>
            </a:xfrm>
            <a:prstGeom prst="rect">
              <a:avLst/>
            </a:prstGeom>
            <a:solidFill>
              <a:srgbClr val="04042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3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TIPO DE PROVA</a:t>
              </a:r>
            </a:p>
          </p:txBody>
        </p:sp>
        <p:sp>
          <p:nvSpPr>
            <p:cNvPr id="273" name="Retângulo 272">
              <a:extLst>
                <a:ext uri="{FF2B5EF4-FFF2-40B4-BE49-F238E27FC236}">
                  <a16:creationId xmlns:a16="http://schemas.microsoft.com/office/drawing/2014/main" id="{7D0C2C93-487D-F9E7-5A39-65826D3C1241}"/>
                </a:ext>
              </a:extLst>
            </p:cNvPr>
            <p:cNvSpPr/>
            <p:nvPr/>
          </p:nvSpPr>
          <p:spPr>
            <a:xfrm>
              <a:off x="156316" y="1920810"/>
              <a:ext cx="801287" cy="504662"/>
            </a:xfrm>
            <a:prstGeom prst="rect">
              <a:avLst/>
            </a:prstGeom>
            <a:solidFill>
              <a:srgbClr val="0000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800" b="0" i="0" u="none" strike="noStrike" kern="1200" cap="none" spc="0" normalizeH="0" baseline="0" noProof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I</a:t>
              </a: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74" name="Retângulo 273">
              <a:extLst>
                <a:ext uri="{FF2B5EF4-FFF2-40B4-BE49-F238E27FC236}">
                  <a16:creationId xmlns:a16="http://schemas.microsoft.com/office/drawing/2014/main" id="{79EA060D-8063-BFB1-DDC6-A6BE86F936BC}"/>
                </a:ext>
              </a:extLst>
            </p:cNvPr>
            <p:cNvSpPr/>
            <p:nvPr/>
          </p:nvSpPr>
          <p:spPr>
            <a:xfrm>
              <a:off x="1035117" y="1920810"/>
              <a:ext cx="978381" cy="504662"/>
            </a:xfrm>
            <a:prstGeom prst="rect">
              <a:avLst/>
            </a:prstGeom>
            <a:solidFill>
              <a:srgbClr val="33C9D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1º</a:t>
              </a:r>
            </a:p>
          </p:txBody>
        </p:sp>
        <p:sp>
          <p:nvSpPr>
            <p:cNvPr id="275" name="Retângulo 274">
              <a:extLst>
                <a:ext uri="{FF2B5EF4-FFF2-40B4-BE49-F238E27FC236}">
                  <a16:creationId xmlns:a16="http://schemas.microsoft.com/office/drawing/2014/main" id="{C4AFABF4-934A-933A-79E3-FBC5596D30F1}"/>
                </a:ext>
              </a:extLst>
            </p:cNvPr>
            <p:cNvSpPr/>
            <p:nvPr/>
          </p:nvSpPr>
          <p:spPr>
            <a:xfrm>
              <a:off x="2099348" y="1920810"/>
              <a:ext cx="978381" cy="504662"/>
            </a:xfrm>
            <a:prstGeom prst="rect">
              <a:avLst/>
            </a:prstGeom>
            <a:solidFill>
              <a:srgbClr val="33C9D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1 a 9</a:t>
              </a:r>
            </a:p>
          </p:txBody>
        </p:sp>
        <p:sp>
          <p:nvSpPr>
            <p:cNvPr id="276" name="Retângulo 275">
              <a:extLst>
                <a:ext uri="{FF2B5EF4-FFF2-40B4-BE49-F238E27FC236}">
                  <a16:creationId xmlns:a16="http://schemas.microsoft.com/office/drawing/2014/main" id="{20F356EF-9056-0C57-55C9-7EA1D95D2E0C}"/>
                </a:ext>
              </a:extLst>
            </p:cNvPr>
            <p:cNvSpPr/>
            <p:nvPr/>
          </p:nvSpPr>
          <p:spPr>
            <a:xfrm>
              <a:off x="3163578" y="1920810"/>
              <a:ext cx="1122836" cy="504662"/>
            </a:xfrm>
            <a:prstGeom prst="rect">
              <a:avLst/>
            </a:prstGeom>
            <a:solidFill>
              <a:srgbClr val="33C9D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800" b="0" i="0" u="none" strike="noStrike" kern="1200" cap="none" spc="0" normalizeH="0" baseline="0" noProof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D1</a:t>
              </a: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77" name="Retângulo 276">
              <a:extLst>
                <a:ext uri="{FF2B5EF4-FFF2-40B4-BE49-F238E27FC236}">
                  <a16:creationId xmlns:a16="http://schemas.microsoft.com/office/drawing/2014/main" id="{E79C8D44-D778-A64B-F78E-DD65ABEC1BF9}"/>
                </a:ext>
              </a:extLst>
            </p:cNvPr>
            <p:cNvSpPr/>
            <p:nvPr/>
          </p:nvSpPr>
          <p:spPr>
            <a:xfrm>
              <a:off x="156316" y="2499717"/>
              <a:ext cx="801287" cy="504662"/>
            </a:xfrm>
            <a:prstGeom prst="rect">
              <a:avLst/>
            </a:prstGeom>
            <a:solidFill>
              <a:srgbClr val="0000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II</a:t>
              </a:r>
            </a:p>
          </p:txBody>
        </p:sp>
        <p:sp>
          <p:nvSpPr>
            <p:cNvPr id="278" name="Retângulo 277">
              <a:extLst>
                <a:ext uri="{FF2B5EF4-FFF2-40B4-BE49-F238E27FC236}">
                  <a16:creationId xmlns:a16="http://schemas.microsoft.com/office/drawing/2014/main" id="{4DE969A4-5357-A460-EA1C-F3938AFC6C2E}"/>
                </a:ext>
              </a:extLst>
            </p:cNvPr>
            <p:cNvSpPr/>
            <p:nvPr/>
          </p:nvSpPr>
          <p:spPr>
            <a:xfrm>
              <a:off x="1035117" y="2499717"/>
              <a:ext cx="978381" cy="504662"/>
            </a:xfrm>
            <a:prstGeom prst="rect">
              <a:avLst/>
            </a:prstGeom>
            <a:solidFill>
              <a:srgbClr val="33C9D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2º</a:t>
              </a:r>
            </a:p>
          </p:txBody>
        </p:sp>
        <p:sp>
          <p:nvSpPr>
            <p:cNvPr id="279" name="Retângulo 278">
              <a:extLst>
                <a:ext uri="{FF2B5EF4-FFF2-40B4-BE49-F238E27FC236}">
                  <a16:creationId xmlns:a16="http://schemas.microsoft.com/office/drawing/2014/main" id="{FA7DE95F-B009-2241-22D1-8DF0DB432AC1}"/>
                </a:ext>
              </a:extLst>
            </p:cNvPr>
            <p:cNvSpPr/>
            <p:nvPr/>
          </p:nvSpPr>
          <p:spPr>
            <a:xfrm>
              <a:off x="2099348" y="2499717"/>
              <a:ext cx="978381" cy="504662"/>
            </a:xfrm>
            <a:prstGeom prst="rect">
              <a:avLst/>
            </a:prstGeom>
            <a:solidFill>
              <a:srgbClr val="33C9D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1 a 14</a:t>
              </a:r>
            </a:p>
          </p:txBody>
        </p:sp>
        <p:sp>
          <p:nvSpPr>
            <p:cNvPr id="280" name="Retângulo 279">
              <a:extLst>
                <a:ext uri="{FF2B5EF4-FFF2-40B4-BE49-F238E27FC236}">
                  <a16:creationId xmlns:a16="http://schemas.microsoft.com/office/drawing/2014/main" id="{E31E1112-006D-71F6-97D7-696549DE5D8E}"/>
                </a:ext>
              </a:extLst>
            </p:cNvPr>
            <p:cNvSpPr/>
            <p:nvPr/>
          </p:nvSpPr>
          <p:spPr>
            <a:xfrm>
              <a:off x="3163578" y="2499717"/>
              <a:ext cx="1122836" cy="504662"/>
            </a:xfrm>
            <a:prstGeom prst="rect">
              <a:avLst/>
            </a:prstGeom>
            <a:solidFill>
              <a:srgbClr val="33C9D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800" b="0" i="0" u="none" strike="noStrike" kern="1200" cap="none" spc="0" normalizeH="0" baseline="0" noProof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D1</a:t>
              </a: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1" name="Retângulo 280">
              <a:extLst>
                <a:ext uri="{FF2B5EF4-FFF2-40B4-BE49-F238E27FC236}">
                  <a16:creationId xmlns:a16="http://schemas.microsoft.com/office/drawing/2014/main" id="{EB5527B4-EB7E-7FB4-1683-6F36973CC550}"/>
                </a:ext>
              </a:extLst>
            </p:cNvPr>
            <p:cNvSpPr/>
            <p:nvPr/>
          </p:nvSpPr>
          <p:spPr>
            <a:xfrm>
              <a:off x="156316" y="3081917"/>
              <a:ext cx="801287" cy="504662"/>
            </a:xfrm>
            <a:prstGeom prst="rect">
              <a:avLst/>
            </a:prstGeom>
            <a:solidFill>
              <a:srgbClr val="0000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III</a:t>
              </a:r>
            </a:p>
          </p:txBody>
        </p:sp>
        <p:sp>
          <p:nvSpPr>
            <p:cNvPr id="282" name="Retângulo 281">
              <a:extLst>
                <a:ext uri="{FF2B5EF4-FFF2-40B4-BE49-F238E27FC236}">
                  <a16:creationId xmlns:a16="http://schemas.microsoft.com/office/drawing/2014/main" id="{35472510-B6E7-37BA-62C0-1A44882972D0}"/>
                </a:ext>
              </a:extLst>
            </p:cNvPr>
            <p:cNvSpPr/>
            <p:nvPr/>
          </p:nvSpPr>
          <p:spPr>
            <a:xfrm>
              <a:off x="1035117" y="3081917"/>
              <a:ext cx="978381" cy="504662"/>
            </a:xfrm>
            <a:prstGeom prst="rect">
              <a:avLst/>
            </a:prstGeom>
            <a:solidFill>
              <a:srgbClr val="33C9D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3º e 4º</a:t>
              </a:r>
            </a:p>
          </p:txBody>
        </p:sp>
        <p:sp>
          <p:nvSpPr>
            <p:cNvPr id="283" name="Retângulo 282">
              <a:extLst>
                <a:ext uri="{FF2B5EF4-FFF2-40B4-BE49-F238E27FC236}">
                  <a16:creationId xmlns:a16="http://schemas.microsoft.com/office/drawing/2014/main" id="{41ABFC77-BB7D-4F24-7F8C-6B96470728BF}"/>
                </a:ext>
              </a:extLst>
            </p:cNvPr>
            <p:cNvSpPr/>
            <p:nvPr/>
          </p:nvSpPr>
          <p:spPr>
            <a:xfrm>
              <a:off x="2099348" y="3081917"/>
              <a:ext cx="978381" cy="504662"/>
            </a:xfrm>
            <a:prstGeom prst="rect">
              <a:avLst/>
            </a:prstGeom>
            <a:solidFill>
              <a:srgbClr val="33C9D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1 a 18</a:t>
              </a:r>
            </a:p>
          </p:txBody>
        </p:sp>
        <p:sp>
          <p:nvSpPr>
            <p:cNvPr id="284" name="Retângulo 283">
              <a:extLst>
                <a:ext uri="{FF2B5EF4-FFF2-40B4-BE49-F238E27FC236}">
                  <a16:creationId xmlns:a16="http://schemas.microsoft.com/office/drawing/2014/main" id="{473FFBB2-32B3-D11E-720E-9261F4761163}"/>
                </a:ext>
              </a:extLst>
            </p:cNvPr>
            <p:cNvSpPr/>
            <p:nvPr/>
          </p:nvSpPr>
          <p:spPr>
            <a:xfrm>
              <a:off x="3163578" y="3081917"/>
              <a:ext cx="1122836" cy="504662"/>
            </a:xfrm>
            <a:prstGeom prst="rect">
              <a:avLst/>
            </a:prstGeom>
            <a:solidFill>
              <a:srgbClr val="33C9D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800" b="0" i="0" u="none" strike="noStrike" kern="1200" cap="none" spc="0" normalizeH="0" baseline="0" noProof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D1</a:t>
              </a:r>
              <a:r>
                <a: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e </a:t>
              </a:r>
              <a:r>
                <a:rPr kumimoji="0" lang="pt-BR" sz="1800" b="0" i="0" u="none" strike="noStrike" kern="1200" cap="none" spc="0" normalizeH="0" baseline="0" noProof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D2</a:t>
              </a: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5" name="Retângulo 284">
              <a:extLst>
                <a:ext uri="{FF2B5EF4-FFF2-40B4-BE49-F238E27FC236}">
                  <a16:creationId xmlns:a16="http://schemas.microsoft.com/office/drawing/2014/main" id="{48357C07-C2B4-EEBE-E75F-F910272F740F}"/>
                </a:ext>
              </a:extLst>
            </p:cNvPr>
            <p:cNvSpPr/>
            <p:nvPr/>
          </p:nvSpPr>
          <p:spPr>
            <a:xfrm>
              <a:off x="156316" y="3664116"/>
              <a:ext cx="801287" cy="504662"/>
            </a:xfrm>
            <a:prstGeom prst="rect">
              <a:avLst/>
            </a:prstGeom>
            <a:solidFill>
              <a:srgbClr val="0000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IV</a:t>
              </a:r>
            </a:p>
          </p:txBody>
        </p:sp>
        <p:sp>
          <p:nvSpPr>
            <p:cNvPr id="286" name="Retângulo 285">
              <a:extLst>
                <a:ext uri="{FF2B5EF4-FFF2-40B4-BE49-F238E27FC236}">
                  <a16:creationId xmlns:a16="http://schemas.microsoft.com/office/drawing/2014/main" id="{3FD38B5F-EB1C-04DD-0606-D8D407B3618C}"/>
                </a:ext>
              </a:extLst>
            </p:cNvPr>
            <p:cNvSpPr/>
            <p:nvPr/>
          </p:nvSpPr>
          <p:spPr>
            <a:xfrm>
              <a:off x="1035117" y="3664116"/>
              <a:ext cx="978381" cy="504662"/>
            </a:xfrm>
            <a:prstGeom prst="rect">
              <a:avLst/>
            </a:prstGeom>
            <a:solidFill>
              <a:srgbClr val="33C9D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5º e 6º</a:t>
              </a:r>
            </a:p>
          </p:txBody>
        </p:sp>
        <p:sp>
          <p:nvSpPr>
            <p:cNvPr id="287" name="Retângulo 286">
              <a:extLst>
                <a:ext uri="{FF2B5EF4-FFF2-40B4-BE49-F238E27FC236}">
                  <a16:creationId xmlns:a16="http://schemas.microsoft.com/office/drawing/2014/main" id="{E21F88D3-8161-13F9-FE97-0CEF5590C38A}"/>
                </a:ext>
              </a:extLst>
            </p:cNvPr>
            <p:cNvSpPr/>
            <p:nvPr/>
          </p:nvSpPr>
          <p:spPr>
            <a:xfrm>
              <a:off x="2099348" y="3664116"/>
              <a:ext cx="978381" cy="504662"/>
            </a:xfrm>
            <a:prstGeom prst="rect">
              <a:avLst/>
            </a:prstGeom>
            <a:solidFill>
              <a:srgbClr val="33C9D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1 a 23</a:t>
              </a:r>
            </a:p>
          </p:txBody>
        </p:sp>
        <p:sp>
          <p:nvSpPr>
            <p:cNvPr id="288" name="Retângulo 287">
              <a:extLst>
                <a:ext uri="{FF2B5EF4-FFF2-40B4-BE49-F238E27FC236}">
                  <a16:creationId xmlns:a16="http://schemas.microsoft.com/office/drawing/2014/main" id="{8353AFB3-DFE3-5D14-DE08-3477759FDF8B}"/>
                </a:ext>
              </a:extLst>
            </p:cNvPr>
            <p:cNvSpPr/>
            <p:nvPr/>
          </p:nvSpPr>
          <p:spPr>
            <a:xfrm>
              <a:off x="3163578" y="3664116"/>
              <a:ext cx="1122836" cy="504662"/>
            </a:xfrm>
            <a:prstGeom prst="rect">
              <a:avLst/>
            </a:prstGeom>
            <a:solidFill>
              <a:srgbClr val="33C9D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800" b="0" i="0" u="none" strike="noStrike" kern="1200" cap="none" spc="0" normalizeH="0" baseline="0" noProof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D1</a:t>
              </a:r>
              <a:r>
                <a: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e </a:t>
              </a:r>
              <a:r>
                <a:rPr kumimoji="0" lang="pt-BR" sz="1800" b="0" i="0" u="none" strike="noStrike" kern="1200" cap="none" spc="0" normalizeH="0" baseline="0" noProof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D2</a:t>
              </a: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9" name="Retângulo 288">
              <a:extLst>
                <a:ext uri="{FF2B5EF4-FFF2-40B4-BE49-F238E27FC236}">
                  <a16:creationId xmlns:a16="http://schemas.microsoft.com/office/drawing/2014/main" id="{E432E09A-C39B-EDDB-535A-5D68028F4B9A}"/>
                </a:ext>
              </a:extLst>
            </p:cNvPr>
            <p:cNvSpPr/>
            <p:nvPr/>
          </p:nvSpPr>
          <p:spPr>
            <a:xfrm>
              <a:off x="156316" y="4246317"/>
              <a:ext cx="801287" cy="504662"/>
            </a:xfrm>
            <a:prstGeom prst="rect">
              <a:avLst/>
            </a:prstGeom>
            <a:solidFill>
              <a:srgbClr val="0000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V</a:t>
              </a:r>
            </a:p>
          </p:txBody>
        </p:sp>
        <p:sp>
          <p:nvSpPr>
            <p:cNvPr id="290" name="Retângulo 289">
              <a:extLst>
                <a:ext uri="{FF2B5EF4-FFF2-40B4-BE49-F238E27FC236}">
                  <a16:creationId xmlns:a16="http://schemas.microsoft.com/office/drawing/2014/main" id="{6A35A6DE-061F-118E-BC68-A1FA9DDD22DC}"/>
                </a:ext>
              </a:extLst>
            </p:cNvPr>
            <p:cNvSpPr/>
            <p:nvPr/>
          </p:nvSpPr>
          <p:spPr>
            <a:xfrm>
              <a:off x="1035117" y="4246317"/>
              <a:ext cx="978381" cy="504662"/>
            </a:xfrm>
            <a:prstGeom prst="rect">
              <a:avLst/>
            </a:prstGeom>
            <a:solidFill>
              <a:srgbClr val="33C9D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7º e 8º</a:t>
              </a:r>
            </a:p>
          </p:txBody>
        </p:sp>
        <p:sp>
          <p:nvSpPr>
            <p:cNvPr id="291" name="Retângulo 290">
              <a:extLst>
                <a:ext uri="{FF2B5EF4-FFF2-40B4-BE49-F238E27FC236}">
                  <a16:creationId xmlns:a16="http://schemas.microsoft.com/office/drawing/2014/main" id="{228D0B90-332B-34BC-5602-26B43430D1E8}"/>
                </a:ext>
              </a:extLst>
            </p:cNvPr>
            <p:cNvSpPr/>
            <p:nvPr/>
          </p:nvSpPr>
          <p:spPr>
            <a:xfrm>
              <a:off x="2099348" y="4246317"/>
              <a:ext cx="978381" cy="504662"/>
            </a:xfrm>
            <a:prstGeom prst="rect">
              <a:avLst/>
            </a:prstGeom>
            <a:solidFill>
              <a:srgbClr val="33C9D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1 a 28</a:t>
              </a:r>
            </a:p>
          </p:txBody>
        </p:sp>
        <p:sp>
          <p:nvSpPr>
            <p:cNvPr id="292" name="Retângulo 291">
              <a:extLst>
                <a:ext uri="{FF2B5EF4-FFF2-40B4-BE49-F238E27FC236}">
                  <a16:creationId xmlns:a16="http://schemas.microsoft.com/office/drawing/2014/main" id="{4FB55163-46A8-E992-D894-DA5495B73907}"/>
                </a:ext>
              </a:extLst>
            </p:cNvPr>
            <p:cNvSpPr/>
            <p:nvPr/>
          </p:nvSpPr>
          <p:spPr>
            <a:xfrm>
              <a:off x="3163578" y="4246317"/>
              <a:ext cx="1122836" cy="504662"/>
            </a:xfrm>
            <a:prstGeom prst="rect">
              <a:avLst/>
            </a:prstGeom>
            <a:solidFill>
              <a:srgbClr val="33C9D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800" b="0" i="0" u="none" strike="noStrike" kern="1200" cap="none" spc="0" normalizeH="0" baseline="0" noProof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D1</a:t>
              </a:r>
              <a:r>
                <a: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e </a:t>
              </a:r>
              <a:r>
                <a:rPr kumimoji="0" lang="pt-BR" sz="1800" b="0" i="0" u="none" strike="noStrike" kern="1200" cap="none" spc="0" normalizeH="0" baseline="0" noProof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D2</a:t>
              </a: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93" name="Retângulo 292">
              <a:extLst>
                <a:ext uri="{FF2B5EF4-FFF2-40B4-BE49-F238E27FC236}">
                  <a16:creationId xmlns:a16="http://schemas.microsoft.com/office/drawing/2014/main" id="{B04FD0CE-6586-D72D-71DE-4E24519F2125}"/>
                </a:ext>
              </a:extLst>
            </p:cNvPr>
            <p:cNvSpPr/>
            <p:nvPr/>
          </p:nvSpPr>
          <p:spPr>
            <a:xfrm>
              <a:off x="156316" y="4828516"/>
              <a:ext cx="801287" cy="504662"/>
            </a:xfrm>
            <a:prstGeom prst="rect">
              <a:avLst/>
            </a:prstGeom>
            <a:solidFill>
              <a:srgbClr val="0000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VI</a:t>
              </a:r>
            </a:p>
          </p:txBody>
        </p:sp>
        <p:sp>
          <p:nvSpPr>
            <p:cNvPr id="294" name="Retângulo 293">
              <a:extLst>
                <a:ext uri="{FF2B5EF4-FFF2-40B4-BE49-F238E27FC236}">
                  <a16:creationId xmlns:a16="http://schemas.microsoft.com/office/drawing/2014/main" id="{3A92B079-0F1A-BB4F-6507-E8F47F7A0F84}"/>
                </a:ext>
              </a:extLst>
            </p:cNvPr>
            <p:cNvSpPr/>
            <p:nvPr/>
          </p:nvSpPr>
          <p:spPr>
            <a:xfrm>
              <a:off x="1035117" y="4828516"/>
              <a:ext cx="978381" cy="504662"/>
            </a:xfrm>
            <a:prstGeom prst="rect">
              <a:avLst/>
            </a:prstGeom>
            <a:solidFill>
              <a:srgbClr val="33C9D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9º</a:t>
              </a:r>
            </a:p>
          </p:txBody>
        </p:sp>
        <p:sp>
          <p:nvSpPr>
            <p:cNvPr id="295" name="Retângulo 294">
              <a:extLst>
                <a:ext uri="{FF2B5EF4-FFF2-40B4-BE49-F238E27FC236}">
                  <a16:creationId xmlns:a16="http://schemas.microsoft.com/office/drawing/2014/main" id="{7EBE8F24-A2E8-25E0-6881-8E7A814C7CFF}"/>
                </a:ext>
              </a:extLst>
            </p:cNvPr>
            <p:cNvSpPr/>
            <p:nvPr/>
          </p:nvSpPr>
          <p:spPr>
            <a:xfrm>
              <a:off x="2099348" y="4828516"/>
              <a:ext cx="978381" cy="504662"/>
            </a:xfrm>
            <a:prstGeom prst="rect">
              <a:avLst/>
            </a:prstGeom>
            <a:solidFill>
              <a:srgbClr val="33C9D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1 a 33</a:t>
              </a:r>
            </a:p>
          </p:txBody>
        </p:sp>
        <p:sp>
          <p:nvSpPr>
            <p:cNvPr id="296" name="Retângulo 295">
              <a:extLst>
                <a:ext uri="{FF2B5EF4-FFF2-40B4-BE49-F238E27FC236}">
                  <a16:creationId xmlns:a16="http://schemas.microsoft.com/office/drawing/2014/main" id="{6958FE27-DB2A-A396-F3F4-B3E1A29445D3}"/>
                </a:ext>
              </a:extLst>
            </p:cNvPr>
            <p:cNvSpPr/>
            <p:nvPr/>
          </p:nvSpPr>
          <p:spPr>
            <a:xfrm>
              <a:off x="3163578" y="4828516"/>
              <a:ext cx="1122836" cy="504662"/>
            </a:xfrm>
            <a:prstGeom prst="rect">
              <a:avLst/>
            </a:prstGeom>
            <a:solidFill>
              <a:srgbClr val="33C9D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800" b="0" i="0" u="none" strike="noStrike" kern="1200" cap="none" spc="0" normalizeH="0" baseline="0" noProof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D1</a:t>
              </a:r>
              <a:r>
                <a: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e </a:t>
              </a:r>
              <a:r>
                <a:rPr kumimoji="0" lang="pt-BR" sz="1800" b="0" i="0" u="none" strike="noStrike" kern="1200" cap="none" spc="0" normalizeH="0" baseline="0" noProof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D2</a:t>
              </a: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97" name="Retângulo 296">
              <a:extLst>
                <a:ext uri="{FF2B5EF4-FFF2-40B4-BE49-F238E27FC236}">
                  <a16:creationId xmlns:a16="http://schemas.microsoft.com/office/drawing/2014/main" id="{0AF17A17-6742-6C56-9610-34346074D029}"/>
                </a:ext>
              </a:extLst>
            </p:cNvPr>
            <p:cNvSpPr/>
            <p:nvPr/>
          </p:nvSpPr>
          <p:spPr>
            <a:xfrm>
              <a:off x="156316" y="5410716"/>
              <a:ext cx="801287" cy="504662"/>
            </a:xfrm>
            <a:prstGeom prst="rect">
              <a:avLst/>
            </a:prstGeom>
            <a:solidFill>
              <a:srgbClr val="0000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VII</a:t>
              </a:r>
            </a:p>
          </p:txBody>
        </p:sp>
        <p:sp>
          <p:nvSpPr>
            <p:cNvPr id="298" name="Retângulo 297">
              <a:extLst>
                <a:ext uri="{FF2B5EF4-FFF2-40B4-BE49-F238E27FC236}">
                  <a16:creationId xmlns:a16="http://schemas.microsoft.com/office/drawing/2014/main" id="{30022BAA-D481-D1CC-1E46-D6AC9DD71E34}"/>
                </a:ext>
              </a:extLst>
            </p:cNvPr>
            <p:cNvSpPr/>
            <p:nvPr/>
          </p:nvSpPr>
          <p:spPr>
            <a:xfrm>
              <a:off x="1035117" y="5410716"/>
              <a:ext cx="978381" cy="504662"/>
            </a:xfrm>
            <a:prstGeom prst="rect">
              <a:avLst/>
            </a:prstGeom>
            <a:solidFill>
              <a:srgbClr val="33C9D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10º</a:t>
              </a:r>
            </a:p>
          </p:txBody>
        </p:sp>
        <p:sp>
          <p:nvSpPr>
            <p:cNvPr id="299" name="Retângulo 298">
              <a:extLst>
                <a:ext uri="{FF2B5EF4-FFF2-40B4-BE49-F238E27FC236}">
                  <a16:creationId xmlns:a16="http://schemas.microsoft.com/office/drawing/2014/main" id="{5CABDF3C-5D27-D152-B4B3-A9639229A5AC}"/>
                </a:ext>
              </a:extLst>
            </p:cNvPr>
            <p:cNvSpPr/>
            <p:nvPr/>
          </p:nvSpPr>
          <p:spPr>
            <a:xfrm>
              <a:off x="2099348" y="5410716"/>
              <a:ext cx="978381" cy="504662"/>
            </a:xfrm>
            <a:prstGeom prst="rect">
              <a:avLst/>
            </a:prstGeom>
            <a:solidFill>
              <a:srgbClr val="33C9D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1 a 38</a:t>
              </a:r>
            </a:p>
          </p:txBody>
        </p:sp>
        <p:sp>
          <p:nvSpPr>
            <p:cNvPr id="300" name="Retângulo 299">
              <a:extLst>
                <a:ext uri="{FF2B5EF4-FFF2-40B4-BE49-F238E27FC236}">
                  <a16:creationId xmlns:a16="http://schemas.microsoft.com/office/drawing/2014/main" id="{C374E681-A054-BD38-84AD-888454D2400B}"/>
                </a:ext>
              </a:extLst>
            </p:cNvPr>
            <p:cNvSpPr/>
            <p:nvPr/>
          </p:nvSpPr>
          <p:spPr>
            <a:xfrm>
              <a:off x="3163578" y="5410716"/>
              <a:ext cx="1122836" cy="504662"/>
            </a:xfrm>
            <a:prstGeom prst="rect">
              <a:avLst/>
            </a:prstGeom>
            <a:solidFill>
              <a:srgbClr val="33C9D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800" b="0" i="0" u="none" strike="noStrike" kern="1200" cap="none" spc="0" normalizeH="0" baseline="0" noProof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D1</a:t>
              </a:r>
              <a:r>
                <a: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e </a:t>
              </a:r>
              <a:r>
                <a:rPr kumimoji="0" lang="pt-BR" sz="1800" b="0" i="0" u="none" strike="noStrike" kern="1200" cap="none" spc="0" normalizeH="0" baseline="0" noProof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D2</a:t>
              </a: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88" name="CaixaDeTexto 87">
            <a:extLst>
              <a:ext uri="{FF2B5EF4-FFF2-40B4-BE49-F238E27FC236}">
                <a16:creationId xmlns:a16="http://schemas.microsoft.com/office/drawing/2014/main" id="{8609FBE2-E9D9-9214-2328-5CA7A8006322}"/>
              </a:ext>
            </a:extLst>
          </p:cNvPr>
          <p:cNvSpPr txBox="1"/>
          <p:nvPr/>
        </p:nvSpPr>
        <p:spPr>
          <a:xfrm>
            <a:off x="7245047" y="4210483"/>
            <a:ext cx="27473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400" b="1" i="1" u="none" strike="noStrike" kern="1200" cap="none" spc="0" normalizeH="0" baseline="0" noProof="0" dirty="0">
                <a:ln>
                  <a:noFill/>
                </a:ln>
                <a:solidFill>
                  <a:srgbClr val="00002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bit.ly</a:t>
            </a:r>
            <a:r>
              <a:rPr kumimoji="0" lang="pt-BR" sz="2400" b="1" i="0" u="none" strike="noStrike" kern="1200" cap="none" spc="0" normalizeH="0" baseline="0" noProof="0" dirty="0">
                <a:ln>
                  <a:noFill/>
                </a:ln>
                <a:solidFill>
                  <a:srgbClr val="00002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/</a:t>
            </a:r>
            <a:r>
              <a:rPr kumimoji="0" lang="pt-BR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002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edagCIMATEC</a:t>
            </a:r>
            <a:endParaRPr kumimoji="0" lang="pt-BR" sz="2400" b="1" i="0" u="none" strike="noStrike" kern="1200" cap="none" spc="0" normalizeH="0" baseline="0" noProof="0" dirty="0">
              <a:ln>
                <a:noFill/>
              </a:ln>
              <a:solidFill>
                <a:srgbClr val="00002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0" name="Rectangle">
            <a:extLst>
              <a:ext uri="{FF2B5EF4-FFF2-40B4-BE49-F238E27FC236}">
                <a16:creationId xmlns:a16="http://schemas.microsoft.com/office/drawing/2014/main" id="{B6445CB5-E4D7-7C1A-3FA8-70E22B44F89E}"/>
              </a:ext>
            </a:extLst>
          </p:cNvPr>
          <p:cNvSpPr/>
          <p:nvPr/>
        </p:nvSpPr>
        <p:spPr>
          <a:xfrm>
            <a:off x="1" y="48114"/>
            <a:ext cx="12192000" cy="1232658"/>
          </a:xfrm>
          <a:prstGeom prst="flowChartDocument">
            <a:avLst/>
          </a:prstGeom>
          <a:solidFill>
            <a:srgbClr val="000024"/>
          </a:solidFill>
          <a:ln w="12700" cap="flat">
            <a:noFill/>
            <a:miter lim="400000"/>
          </a:ln>
          <a:effectLst/>
        </p:spPr>
        <p:txBody>
          <a:bodyPr wrap="square" lIns="45720" tIns="45720" rIns="45720" bIns="45720" numCol="1" anchor="ctr">
            <a:noAutofit/>
          </a:bodyPr>
          <a:lstStyle/>
          <a:p>
            <a:pPr marL="900113" marR="0" lvl="0" indent="-900113" algn="r" defTabSz="8683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 kumimoji="0" sz="3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2" name="Imagem 1" descr="Logotipo&#10;&#10;Descrição gerada automaticamente">
            <a:extLst>
              <a:ext uri="{FF2B5EF4-FFF2-40B4-BE49-F238E27FC236}">
                <a16:creationId xmlns:a16="http://schemas.microsoft.com/office/drawing/2014/main" id="{7C809D43-C474-A990-55AF-C6E964E8AA7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975" t="32010" r="20646" b="41528"/>
          <a:stretch/>
        </p:blipFill>
        <p:spPr>
          <a:xfrm>
            <a:off x="-1" y="107419"/>
            <a:ext cx="2460979" cy="938656"/>
          </a:xfrm>
          <a:prstGeom prst="rect">
            <a:avLst/>
          </a:prstGeom>
        </p:spPr>
      </p:pic>
      <p:pic>
        <p:nvPicPr>
          <p:cNvPr id="6" name="Imagem 5" descr="Código QR&#10;&#10;Descrição gerada automaticamente">
            <a:extLst>
              <a:ext uri="{FF2B5EF4-FFF2-40B4-BE49-F238E27FC236}">
                <a16:creationId xmlns:a16="http://schemas.microsoft.com/office/drawing/2014/main" id="{E448B2F5-5D9D-A50E-CC2C-2C2834C6BC47}"/>
              </a:ext>
            </a:extLst>
          </p:cNvPr>
          <p:cNvPicPr>
            <a:picLocks noChangeAspect="1"/>
          </p:cNvPicPr>
          <p:nvPr/>
        </p:nvPicPr>
        <p:blipFill>
          <a:blip r:embed="rId3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2875" y="3896794"/>
            <a:ext cx="1088505" cy="1089045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B45D8679-C8E8-3CF8-FCFD-AFED24FB21B9}"/>
              </a:ext>
            </a:extLst>
          </p:cNvPr>
          <p:cNvSpPr/>
          <p:nvPr/>
        </p:nvSpPr>
        <p:spPr>
          <a:xfrm>
            <a:off x="6096000" y="1621283"/>
            <a:ext cx="5706875" cy="2089965"/>
          </a:xfrm>
          <a:prstGeom prst="rect">
            <a:avLst/>
          </a:prstGeom>
          <a:solidFill>
            <a:srgbClr val="33C9D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Fique atento!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Estudantes que se ausentarem no EDAG deverão solicitar 2ª chamada nos mesmos critérios das outras avaliações.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 da segunda chamada do EDAG</a:t>
            </a:r>
            <a:r>
              <a:rPr kumimoji="0" lang="pt-B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7/11, às 14h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DA5BCB1D-C48A-D5FB-3A81-63A20E747281}"/>
              </a:ext>
            </a:extLst>
          </p:cNvPr>
          <p:cNvSpPr txBox="1"/>
          <p:nvPr/>
        </p:nvSpPr>
        <p:spPr>
          <a:xfrm>
            <a:off x="7415905" y="144926"/>
            <a:ext cx="4619202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26 de setembro, às 14h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7" name="Agrupar 6">
            <a:extLst>
              <a:ext uri="{FF2B5EF4-FFF2-40B4-BE49-F238E27FC236}">
                <a16:creationId xmlns:a16="http://schemas.microsoft.com/office/drawing/2014/main" id="{EC5656B1-9D77-2F3D-810F-F325E2A96D5B}"/>
              </a:ext>
            </a:extLst>
          </p:cNvPr>
          <p:cNvGrpSpPr/>
          <p:nvPr/>
        </p:nvGrpSpPr>
        <p:grpSpPr>
          <a:xfrm>
            <a:off x="9992388" y="5635085"/>
            <a:ext cx="2042719" cy="1039235"/>
            <a:chOff x="2298584" y="5213339"/>
            <a:chExt cx="2042719" cy="1039235"/>
          </a:xfrm>
        </p:grpSpPr>
        <p:sp>
          <p:nvSpPr>
            <p:cNvPr id="8" name="Forma Livre: Forma 22">
              <a:extLst>
                <a:ext uri="{FF2B5EF4-FFF2-40B4-BE49-F238E27FC236}">
                  <a16:creationId xmlns:a16="http://schemas.microsoft.com/office/drawing/2014/main" id="{612381BE-6E05-3A45-E270-8753C056141F}"/>
                </a:ext>
              </a:extLst>
            </p:cNvPr>
            <p:cNvSpPr/>
            <p:nvPr/>
          </p:nvSpPr>
          <p:spPr>
            <a:xfrm>
              <a:off x="2298584" y="5213339"/>
              <a:ext cx="2042719" cy="10392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9" name="Imagem 8">
              <a:extLst>
                <a:ext uri="{FF2B5EF4-FFF2-40B4-BE49-F238E27FC236}">
                  <a16:creationId xmlns:a16="http://schemas.microsoft.com/office/drawing/2014/main" id="{4094C25E-B92E-6608-179F-B9F085FD72F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541141" y="5384972"/>
              <a:ext cx="1581371" cy="69596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2965418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37653D-25B1-5DD4-CB59-206EEE8FCB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Alunos sorrindo e conversando no corredor da escola">
            <a:extLst>
              <a:ext uri="{FF2B5EF4-FFF2-40B4-BE49-F238E27FC236}">
                <a16:creationId xmlns:a16="http://schemas.microsoft.com/office/drawing/2014/main" id="{58810A2A-843F-2B16-35B3-91B4D1D34D0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7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248" t="57" r="51" b="37871"/>
          <a:stretch>
            <a:fillRect/>
          </a:stretch>
        </p:blipFill>
        <p:spPr>
          <a:xfrm flipH="1">
            <a:off x="0" y="-6841"/>
            <a:ext cx="12192000" cy="6864841"/>
          </a:xfrm>
          <a:prstGeom prst="rect">
            <a:avLst/>
          </a:prstGeom>
          <a:effectLst>
            <a:outerShdw dir="21540000" algn="ctr" rotWithShape="0">
              <a:srgbClr val="000000"/>
            </a:outerShdw>
            <a:reflection stA="0" endPos="0" dist="50800" dir="5400000" sy="-100000" algn="bl" rotWithShape="0"/>
          </a:effectLst>
        </p:spPr>
      </p:pic>
      <p:grpSp>
        <p:nvGrpSpPr>
          <p:cNvPr id="4" name="Agrupar 3">
            <a:extLst>
              <a:ext uri="{FF2B5EF4-FFF2-40B4-BE49-F238E27FC236}">
                <a16:creationId xmlns:a16="http://schemas.microsoft.com/office/drawing/2014/main" id="{6A2F327C-074E-F978-6C78-15CA20DC544A}"/>
              </a:ext>
            </a:extLst>
          </p:cNvPr>
          <p:cNvGrpSpPr/>
          <p:nvPr/>
        </p:nvGrpSpPr>
        <p:grpSpPr>
          <a:xfrm>
            <a:off x="9535092" y="5437287"/>
            <a:ext cx="2042719" cy="1039235"/>
            <a:chOff x="2298584" y="5213339"/>
            <a:chExt cx="2042719" cy="1039235"/>
          </a:xfrm>
        </p:grpSpPr>
        <p:sp>
          <p:nvSpPr>
            <p:cNvPr id="6" name="Forma Livre: Forma 22">
              <a:extLst>
                <a:ext uri="{FF2B5EF4-FFF2-40B4-BE49-F238E27FC236}">
                  <a16:creationId xmlns:a16="http://schemas.microsoft.com/office/drawing/2014/main" id="{E33D7F83-7616-C055-BB77-FF7C7425614A}"/>
                </a:ext>
              </a:extLst>
            </p:cNvPr>
            <p:cNvSpPr/>
            <p:nvPr/>
          </p:nvSpPr>
          <p:spPr>
            <a:xfrm>
              <a:off x="2298584" y="5213339"/>
              <a:ext cx="2042719" cy="10392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pic>
          <p:nvPicPr>
            <p:cNvPr id="7" name="Imagem 6">
              <a:extLst>
                <a:ext uri="{FF2B5EF4-FFF2-40B4-BE49-F238E27FC236}">
                  <a16:creationId xmlns:a16="http://schemas.microsoft.com/office/drawing/2014/main" id="{8824CB89-D06F-07CC-DF8F-EF5D0E419C6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541141" y="5384972"/>
              <a:ext cx="1581371" cy="695967"/>
            </a:xfrm>
            <a:prstGeom prst="rect">
              <a:avLst/>
            </a:prstGeom>
          </p:spPr>
        </p:pic>
      </p:grpSp>
      <p:grpSp>
        <p:nvGrpSpPr>
          <p:cNvPr id="11" name="Agrupar 10">
            <a:extLst>
              <a:ext uri="{FF2B5EF4-FFF2-40B4-BE49-F238E27FC236}">
                <a16:creationId xmlns:a16="http://schemas.microsoft.com/office/drawing/2014/main" id="{DC57E251-82E5-0968-6A0A-989674142944}"/>
              </a:ext>
            </a:extLst>
          </p:cNvPr>
          <p:cNvGrpSpPr/>
          <p:nvPr/>
        </p:nvGrpSpPr>
        <p:grpSpPr>
          <a:xfrm>
            <a:off x="1097341" y="470400"/>
            <a:ext cx="2778919" cy="1120007"/>
            <a:chOff x="1357392" y="622852"/>
            <a:chExt cx="3863964" cy="1610140"/>
          </a:xfrm>
        </p:grpSpPr>
        <p:sp>
          <p:nvSpPr>
            <p:cNvPr id="8" name="Retângulo 7">
              <a:extLst>
                <a:ext uri="{FF2B5EF4-FFF2-40B4-BE49-F238E27FC236}">
                  <a16:creationId xmlns:a16="http://schemas.microsoft.com/office/drawing/2014/main" id="{723B45EF-460E-C920-E741-3D78B3428684}"/>
                </a:ext>
              </a:extLst>
            </p:cNvPr>
            <p:cNvSpPr/>
            <p:nvPr/>
          </p:nvSpPr>
          <p:spPr>
            <a:xfrm>
              <a:off x="1357392" y="622852"/>
              <a:ext cx="3863964" cy="1610140"/>
            </a:xfrm>
            <a:prstGeom prst="rect">
              <a:avLst/>
            </a:prstGeom>
            <a:solidFill>
              <a:srgbClr val="14545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pic>
          <p:nvPicPr>
            <p:cNvPr id="9" name="Imagem 8">
              <a:extLst>
                <a:ext uri="{FF2B5EF4-FFF2-40B4-BE49-F238E27FC236}">
                  <a16:creationId xmlns:a16="http://schemas.microsoft.com/office/drawing/2014/main" id="{81B86817-05F9-AC5E-FCB7-5CF4FC07008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hqprint">
              <a:biLevel thresh="25000"/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saturation sat="4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55817" y="939310"/>
              <a:ext cx="3206223" cy="937413"/>
            </a:xfrm>
            <a:prstGeom prst="rect">
              <a:avLst/>
            </a:prstGeom>
          </p:spPr>
        </p:pic>
      </p:grpSp>
      <p:grpSp>
        <p:nvGrpSpPr>
          <p:cNvPr id="21" name="Agrupar 20">
            <a:extLst>
              <a:ext uri="{FF2B5EF4-FFF2-40B4-BE49-F238E27FC236}">
                <a16:creationId xmlns:a16="http://schemas.microsoft.com/office/drawing/2014/main" id="{1F652223-279D-6E3F-3594-8DBC38ED7F6F}"/>
              </a:ext>
            </a:extLst>
          </p:cNvPr>
          <p:cNvGrpSpPr/>
          <p:nvPr/>
        </p:nvGrpSpPr>
        <p:grpSpPr>
          <a:xfrm>
            <a:off x="3730384" y="1590407"/>
            <a:ext cx="3054626" cy="2594886"/>
            <a:chOff x="5953616" y="3995530"/>
            <a:chExt cx="3054626" cy="2594886"/>
          </a:xfrm>
        </p:grpSpPr>
        <p:sp>
          <p:nvSpPr>
            <p:cNvPr id="16" name="Retângulo 15">
              <a:extLst>
                <a:ext uri="{FF2B5EF4-FFF2-40B4-BE49-F238E27FC236}">
                  <a16:creationId xmlns:a16="http://schemas.microsoft.com/office/drawing/2014/main" id="{5AA9E302-9903-1605-8E4C-7A99D455E647}"/>
                </a:ext>
              </a:extLst>
            </p:cNvPr>
            <p:cNvSpPr/>
            <p:nvPr/>
          </p:nvSpPr>
          <p:spPr>
            <a:xfrm>
              <a:off x="6096000" y="3995530"/>
              <a:ext cx="2769858" cy="2594886"/>
            </a:xfrm>
            <a:prstGeom prst="rect">
              <a:avLst/>
            </a:prstGeom>
            <a:solidFill>
              <a:srgbClr val="14545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grpSp>
          <p:nvGrpSpPr>
            <p:cNvPr id="17" name="Agrupar 16">
              <a:extLst>
                <a:ext uri="{FF2B5EF4-FFF2-40B4-BE49-F238E27FC236}">
                  <a16:creationId xmlns:a16="http://schemas.microsoft.com/office/drawing/2014/main" id="{9C8798B3-0B98-0D8C-772C-5DCA8FFA1EC3}"/>
                </a:ext>
              </a:extLst>
            </p:cNvPr>
            <p:cNvGrpSpPr/>
            <p:nvPr/>
          </p:nvGrpSpPr>
          <p:grpSpPr>
            <a:xfrm>
              <a:off x="5953616" y="4568211"/>
              <a:ext cx="3054626" cy="1744039"/>
              <a:chOff x="8067682" y="3642550"/>
              <a:chExt cx="3697558" cy="2173899"/>
            </a:xfrm>
          </p:grpSpPr>
          <p:sp>
            <p:nvSpPr>
              <p:cNvPr id="18" name="CaixaDeTexto 17">
                <a:extLst>
                  <a:ext uri="{FF2B5EF4-FFF2-40B4-BE49-F238E27FC236}">
                    <a16:creationId xmlns:a16="http://schemas.microsoft.com/office/drawing/2014/main" id="{90061B99-279F-5A2E-25A7-11DCB739901E}"/>
                  </a:ext>
                </a:extLst>
              </p:cNvPr>
              <p:cNvSpPr txBox="1"/>
              <p:nvPr/>
            </p:nvSpPr>
            <p:spPr>
              <a:xfrm>
                <a:off x="8067682" y="5356086"/>
                <a:ext cx="3697558" cy="4603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BR" sz="1800" b="1" i="1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  <a:hlinkClick r:id="rId6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bit.ly/</a:t>
                </a:r>
                <a:r>
                  <a:rPr kumimoji="0" lang="pt-BR" sz="1800" b="1" i="1" u="none" strike="noStrike" kern="0" cap="none" spc="0" normalizeH="0" baseline="0" noProof="0" dirty="0" err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  <a:hlinkClick r:id="rId6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monitoriaCIMATEC</a:t>
                </a:r>
                <a:endParaRPr kumimoji="0" lang="pt-BR" sz="1800" b="1" i="1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pic>
            <p:nvPicPr>
              <p:cNvPr id="19" name="Imagem 18" descr="Código QR&#10;&#10;Descrição gerada automaticamente">
                <a:extLst>
                  <a:ext uri="{FF2B5EF4-FFF2-40B4-BE49-F238E27FC236}">
                    <a16:creationId xmlns:a16="http://schemas.microsoft.com/office/drawing/2014/main" id="{328D738D-1D80-BA8B-B5FD-2DF4B3A577E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biLevel thresh="2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276461" y="3642550"/>
                <a:ext cx="1297122" cy="1273837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25197029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DED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B6F5B34-80EB-7EAC-82AE-4311A4E356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tângulo 19">
            <a:extLst>
              <a:ext uri="{FF2B5EF4-FFF2-40B4-BE49-F238E27FC236}">
                <a16:creationId xmlns:a16="http://schemas.microsoft.com/office/drawing/2014/main" id="{5A8BADD5-BC36-3823-D3CB-A42B5EFB20CB}"/>
              </a:ext>
            </a:extLst>
          </p:cNvPr>
          <p:cNvSpPr/>
          <p:nvPr/>
        </p:nvSpPr>
        <p:spPr>
          <a:xfrm>
            <a:off x="5305271" y="1545201"/>
            <a:ext cx="3470448" cy="4133778"/>
          </a:xfrm>
          <a:prstGeom prst="rect">
            <a:avLst/>
          </a:prstGeom>
          <a:solidFill>
            <a:srgbClr val="F05E3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Retângulo 45">
            <a:extLst>
              <a:ext uri="{FF2B5EF4-FFF2-40B4-BE49-F238E27FC236}">
                <a16:creationId xmlns:a16="http://schemas.microsoft.com/office/drawing/2014/main" id="{8C3BE4A8-104E-5B44-34DD-FF246C3F65A1}"/>
              </a:ext>
            </a:extLst>
          </p:cNvPr>
          <p:cNvSpPr/>
          <p:nvPr/>
        </p:nvSpPr>
        <p:spPr>
          <a:xfrm>
            <a:off x="1153919" y="1545201"/>
            <a:ext cx="3470448" cy="4133777"/>
          </a:xfrm>
          <a:prstGeom prst="rect">
            <a:avLst/>
          </a:prstGeom>
          <a:solidFill>
            <a:srgbClr val="F05E3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CaixaDeTexto 48">
            <a:extLst>
              <a:ext uri="{FF2B5EF4-FFF2-40B4-BE49-F238E27FC236}">
                <a16:creationId xmlns:a16="http://schemas.microsoft.com/office/drawing/2014/main" id="{7186C888-1CED-D64C-AA35-57B279378E5A}"/>
              </a:ext>
            </a:extLst>
          </p:cNvPr>
          <p:cNvSpPr txBox="1"/>
          <p:nvPr/>
        </p:nvSpPr>
        <p:spPr>
          <a:xfrm>
            <a:off x="1153918" y="4912187"/>
            <a:ext cx="347044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8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bit.ly/</a:t>
            </a:r>
            <a:r>
              <a:rPr kumimoji="0" lang="pt-BR" sz="28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grdCIMATEC</a:t>
            </a:r>
            <a:endParaRPr kumimoji="0" lang="pt-BR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72009217-03E4-A5EB-B134-9A77531CD595}"/>
              </a:ext>
            </a:extLst>
          </p:cNvPr>
          <p:cNvSpPr txBox="1"/>
          <p:nvPr/>
        </p:nvSpPr>
        <p:spPr>
          <a:xfrm>
            <a:off x="5305271" y="4948241"/>
            <a:ext cx="34704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8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bit.ly/</a:t>
            </a:r>
            <a:r>
              <a:rPr kumimoji="0" lang="pt-BR" sz="28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canvasdiscente</a:t>
            </a:r>
            <a:endParaRPr kumimoji="0" lang="pt-BR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17" name="Agrupar 16">
            <a:extLst>
              <a:ext uri="{FF2B5EF4-FFF2-40B4-BE49-F238E27FC236}">
                <a16:creationId xmlns:a16="http://schemas.microsoft.com/office/drawing/2014/main" id="{4394ECED-E7F1-4BE9-62D2-AB4278345EB4}"/>
              </a:ext>
            </a:extLst>
          </p:cNvPr>
          <p:cNvGrpSpPr/>
          <p:nvPr/>
        </p:nvGrpSpPr>
        <p:grpSpPr>
          <a:xfrm>
            <a:off x="1475219" y="1724646"/>
            <a:ext cx="2446170" cy="830997"/>
            <a:chOff x="1562804" y="1307104"/>
            <a:chExt cx="2446170" cy="830997"/>
          </a:xfrm>
        </p:grpSpPr>
        <p:pic>
          <p:nvPicPr>
            <p:cNvPr id="1026" name="Picture 2" descr="Logotipo de ícones do computador WhatsApp, whatsapp, texto, logotipo, PostScript encapsulado png thumbnail">
              <a:extLst>
                <a:ext uri="{FF2B5EF4-FFF2-40B4-BE49-F238E27FC236}">
                  <a16:creationId xmlns:a16="http://schemas.microsoft.com/office/drawing/2014/main" id="{E02E8CA4-6C9C-6684-50D4-499E0A966C0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biLevel thresh="25000"/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2338" b="89351" l="5556" r="96389">
                          <a14:foregroundMark x1="39722" y1="6753" x2="39722" y2="6753"/>
                          <a14:foregroundMark x1="93056" y1="32468" x2="93056" y2="32468"/>
                          <a14:foregroundMark x1="6111" y1="49351" x2="6389" y2="50909"/>
                          <a14:foregroundMark x1="5556" y1="89351" x2="6944" y2="86494"/>
                          <a14:foregroundMark x1="36667" y1="32468" x2="36111" y2="38701"/>
                          <a14:foregroundMark x1="47500" y1="3636" x2="49722" y2="2597"/>
                          <a14:foregroundMark x1="96389" y1="45714" x2="96111" y2="41039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75260" y="1420712"/>
              <a:ext cx="633714" cy="67772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BCB3A50B-B643-BBD5-EC17-0548F4EEF4F0}"/>
                </a:ext>
              </a:extLst>
            </p:cNvPr>
            <p:cNvSpPr txBox="1"/>
            <p:nvPr/>
          </p:nvSpPr>
          <p:spPr>
            <a:xfrm>
              <a:off x="1562804" y="1307104"/>
              <a:ext cx="1812456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Canal no WhatsApp</a:t>
              </a:r>
            </a:p>
          </p:txBody>
        </p:sp>
      </p:grpSp>
      <p:grpSp>
        <p:nvGrpSpPr>
          <p:cNvPr id="15" name="Agrupar 14">
            <a:extLst>
              <a:ext uri="{FF2B5EF4-FFF2-40B4-BE49-F238E27FC236}">
                <a16:creationId xmlns:a16="http://schemas.microsoft.com/office/drawing/2014/main" id="{36D7412E-C7BE-64E6-6C4D-CC646DA3B7CA}"/>
              </a:ext>
            </a:extLst>
          </p:cNvPr>
          <p:cNvGrpSpPr/>
          <p:nvPr/>
        </p:nvGrpSpPr>
        <p:grpSpPr>
          <a:xfrm>
            <a:off x="5618116" y="1726272"/>
            <a:ext cx="2560623" cy="830997"/>
            <a:chOff x="6303375" y="1355877"/>
            <a:chExt cx="2560623" cy="830997"/>
          </a:xfrm>
        </p:grpSpPr>
        <p:pic>
          <p:nvPicPr>
            <p:cNvPr id="1034" name="Picture 10">
              <a:extLst>
                <a:ext uri="{FF2B5EF4-FFF2-40B4-BE49-F238E27FC236}">
                  <a16:creationId xmlns:a16="http://schemas.microsoft.com/office/drawing/2014/main" id="{5A571D3C-0F94-AECA-6504-C23A05CB98F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6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972" r="19072" b="32229"/>
            <a:stretch/>
          </p:blipFill>
          <p:spPr bwMode="auto">
            <a:xfrm>
              <a:off x="8167586" y="1457400"/>
              <a:ext cx="696412" cy="64847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3" name="CaixaDeTexto 12">
              <a:extLst>
                <a:ext uri="{FF2B5EF4-FFF2-40B4-BE49-F238E27FC236}">
                  <a16:creationId xmlns:a16="http://schemas.microsoft.com/office/drawing/2014/main" id="{D826D6AB-E99E-F2E0-E860-6DB31E1BEB7E}"/>
                </a:ext>
              </a:extLst>
            </p:cNvPr>
            <p:cNvSpPr txBox="1"/>
            <p:nvPr/>
          </p:nvSpPr>
          <p:spPr>
            <a:xfrm>
              <a:off x="6303375" y="1355877"/>
              <a:ext cx="1826843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pt-BR"/>
              </a:defPPr>
              <a:lvl1pPr>
                <a:defRPr sz="2400" b="1">
                  <a:solidFill>
                    <a:srgbClr val="005EA9"/>
                  </a:solidFill>
                </a:defRPr>
              </a:lvl1pPr>
            </a:lstStyle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Comunidade no Canvas</a:t>
              </a:r>
            </a:p>
          </p:txBody>
        </p:sp>
      </p:grpSp>
      <p:sp>
        <p:nvSpPr>
          <p:cNvPr id="4" name="Forma Livre: Forma 22">
            <a:extLst>
              <a:ext uri="{FF2B5EF4-FFF2-40B4-BE49-F238E27FC236}">
                <a16:creationId xmlns:a16="http://schemas.microsoft.com/office/drawing/2014/main" id="{52DDA9CB-56A5-7404-3B87-75D532ED9277}"/>
              </a:ext>
            </a:extLst>
          </p:cNvPr>
          <p:cNvSpPr/>
          <p:nvPr/>
        </p:nvSpPr>
        <p:spPr>
          <a:xfrm>
            <a:off x="448810" y="317142"/>
            <a:ext cx="2939042" cy="908683"/>
          </a:xfrm>
          <a:prstGeom prst="rect">
            <a:avLst/>
          </a:prstGeom>
          <a:solidFill>
            <a:srgbClr val="702B1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457200" marR="0" lvl="1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800" b="1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Arial" panose="020B0604020202020204" pitchFamily="34" charset="0"/>
                <a:sym typeface="Arial"/>
              </a:rPr>
              <a:t>Fique bem Informado</a:t>
            </a:r>
          </a:p>
        </p:txBody>
      </p:sp>
      <p:grpSp>
        <p:nvGrpSpPr>
          <p:cNvPr id="5" name="Agrupar 4">
            <a:extLst>
              <a:ext uri="{FF2B5EF4-FFF2-40B4-BE49-F238E27FC236}">
                <a16:creationId xmlns:a16="http://schemas.microsoft.com/office/drawing/2014/main" id="{86BEACE8-1A33-6323-6045-60F47118C5A4}"/>
              </a:ext>
            </a:extLst>
          </p:cNvPr>
          <p:cNvGrpSpPr/>
          <p:nvPr/>
        </p:nvGrpSpPr>
        <p:grpSpPr>
          <a:xfrm>
            <a:off x="9535092" y="5437287"/>
            <a:ext cx="2042719" cy="1039235"/>
            <a:chOff x="2298584" y="5213339"/>
            <a:chExt cx="2042719" cy="1039235"/>
          </a:xfrm>
        </p:grpSpPr>
        <p:sp>
          <p:nvSpPr>
            <p:cNvPr id="6" name="Forma Livre: Forma 22">
              <a:extLst>
                <a:ext uri="{FF2B5EF4-FFF2-40B4-BE49-F238E27FC236}">
                  <a16:creationId xmlns:a16="http://schemas.microsoft.com/office/drawing/2014/main" id="{1A6BD84E-153C-7C49-3079-7BD15A528C9D}"/>
                </a:ext>
              </a:extLst>
            </p:cNvPr>
            <p:cNvSpPr/>
            <p:nvPr/>
          </p:nvSpPr>
          <p:spPr>
            <a:xfrm>
              <a:off x="2298584" y="5213339"/>
              <a:ext cx="2042719" cy="10392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pic>
          <p:nvPicPr>
            <p:cNvPr id="8" name="Imagem 7">
              <a:extLst>
                <a:ext uri="{FF2B5EF4-FFF2-40B4-BE49-F238E27FC236}">
                  <a16:creationId xmlns:a16="http://schemas.microsoft.com/office/drawing/2014/main" id="{C44489BA-DB82-C2C0-AA90-93314651886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541141" y="5384972"/>
              <a:ext cx="1581371" cy="695967"/>
            </a:xfrm>
            <a:prstGeom prst="rect">
              <a:avLst/>
            </a:prstGeom>
          </p:spPr>
        </p:pic>
      </p:grpSp>
      <p:pic>
        <p:nvPicPr>
          <p:cNvPr id="3" name="Imagem 2">
            <a:extLst>
              <a:ext uri="{FF2B5EF4-FFF2-40B4-BE49-F238E27FC236}">
                <a16:creationId xmlns:a16="http://schemas.microsoft.com/office/drawing/2014/main" id="{5E0D4B54-9B4F-BB01-956E-F7597B8D32D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1253" y="3046582"/>
            <a:ext cx="1255776" cy="1255776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7E165087-EDDA-A8F5-8EFC-9E10BCEAC20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3091" y="3046582"/>
            <a:ext cx="1254150" cy="1254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891820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29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4639C3-9A2D-31D8-61B0-AFD207E6D6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rma Livre: Forma 22">
            <a:extLst>
              <a:ext uri="{FF2B5EF4-FFF2-40B4-BE49-F238E27FC236}">
                <a16:creationId xmlns:a16="http://schemas.microsoft.com/office/drawing/2014/main" id="{D866A2A3-E8E4-F3D8-1726-283AD66E6487}"/>
              </a:ext>
            </a:extLst>
          </p:cNvPr>
          <p:cNvSpPr/>
          <p:nvPr/>
        </p:nvSpPr>
        <p:spPr>
          <a:xfrm>
            <a:off x="561454" y="384962"/>
            <a:ext cx="4355102" cy="1882719"/>
          </a:xfrm>
          <a:prstGeom prst="rect">
            <a:avLst/>
          </a:prstGeom>
          <a:solidFill>
            <a:srgbClr val="FFDE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457200" marR="0" lvl="1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2800" b="1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  <a:sym typeface="Arial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F8C4EB39-7211-F244-A84D-F5C388AA054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4377" t="24595" r="18930" b="36735"/>
          <a:stretch/>
        </p:blipFill>
        <p:spPr>
          <a:xfrm>
            <a:off x="1029949" y="814272"/>
            <a:ext cx="3533742" cy="1080789"/>
          </a:xfrm>
          <a:prstGeom prst="rect">
            <a:avLst/>
          </a:prstGeom>
        </p:spPr>
      </p:pic>
      <p:sp>
        <p:nvSpPr>
          <p:cNvPr id="9" name="Forma Livre: Forma 22">
            <a:extLst>
              <a:ext uri="{FF2B5EF4-FFF2-40B4-BE49-F238E27FC236}">
                <a16:creationId xmlns:a16="http://schemas.microsoft.com/office/drawing/2014/main" id="{721C9374-9720-4515-D989-5C789F9E4614}"/>
              </a:ext>
            </a:extLst>
          </p:cNvPr>
          <p:cNvSpPr/>
          <p:nvPr/>
        </p:nvSpPr>
        <p:spPr>
          <a:xfrm>
            <a:off x="4916556" y="2267681"/>
            <a:ext cx="4618536" cy="2648876"/>
          </a:xfrm>
          <a:prstGeom prst="rect">
            <a:avLst/>
          </a:prstGeom>
          <a:solidFill>
            <a:srgbClr val="D696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457200" marR="0" lvl="1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2800" b="1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  <a:sym typeface="Arial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E800001E-354D-6D07-0396-4CE86C304A1E}"/>
              </a:ext>
            </a:extLst>
          </p:cNvPr>
          <p:cNvSpPr txBox="1"/>
          <p:nvPr/>
        </p:nvSpPr>
        <p:spPr>
          <a:xfrm>
            <a:off x="5036661" y="3817539"/>
            <a:ext cx="43006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E-mail:</a:t>
            </a:r>
            <a:r>
              <a:rPr kumimoji="0" lang="pt-BR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naaecimatec@fieb.org.br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Tel.: </a:t>
            </a:r>
            <a:r>
              <a:rPr kumimoji="0" lang="pt-BR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(71) 3879- 5494</a:t>
            </a:r>
          </a:p>
        </p:txBody>
      </p:sp>
      <p:grpSp>
        <p:nvGrpSpPr>
          <p:cNvPr id="2" name="Agrupar 1">
            <a:extLst>
              <a:ext uri="{FF2B5EF4-FFF2-40B4-BE49-F238E27FC236}">
                <a16:creationId xmlns:a16="http://schemas.microsoft.com/office/drawing/2014/main" id="{1071D6F6-BAE5-01FA-864F-A25F508594F7}"/>
              </a:ext>
            </a:extLst>
          </p:cNvPr>
          <p:cNvGrpSpPr/>
          <p:nvPr/>
        </p:nvGrpSpPr>
        <p:grpSpPr>
          <a:xfrm>
            <a:off x="5345198" y="2480075"/>
            <a:ext cx="4080001" cy="948925"/>
            <a:chOff x="13435100" y="2158582"/>
            <a:chExt cx="4080001" cy="948925"/>
          </a:xfrm>
        </p:grpSpPr>
        <p:sp>
          <p:nvSpPr>
            <p:cNvPr id="7" name="CaixaDeTexto 6">
              <a:extLst>
                <a:ext uri="{FF2B5EF4-FFF2-40B4-BE49-F238E27FC236}">
                  <a16:creationId xmlns:a16="http://schemas.microsoft.com/office/drawing/2014/main" id="{038FD585-85B1-0789-7C25-A75DF0CD4984}"/>
                </a:ext>
              </a:extLst>
            </p:cNvPr>
            <p:cNvSpPr txBox="1"/>
            <p:nvPr/>
          </p:nvSpPr>
          <p:spPr>
            <a:xfrm>
              <a:off x="14259334" y="2402213"/>
              <a:ext cx="3255767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2400" b="0" i="1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  <a:hlinkClick r:id="rId3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bit.ly/naaeCIMATEC</a:t>
              </a:r>
              <a:endParaRPr kumimoji="0" lang="pt-BR" sz="2400" b="0" i="1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8" name="Imagem 7" descr="Código QR&#10;&#10;Descrição gerada automaticamente">
              <a:extLst>
                <a:ext uri="{FF2B5EF4-FFF2-40B4-BE49-F238E27FC236}">
                  <a16:creationId xmlns:a16="http://schemas.microsoft.com/office/drawing/2014/main" id="{ED75F52F-D25D-A785-AFFD-A25B797CCBF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435100" y="2158582"/>
              <a:ext cx="948925" cy="948925"/>
            </a:xfrm>
            <a:prstGeom prst="rect">
              <a:avLst/>
            </a:prstGeom>
          </p:spPr>
        </p:pic>
      </p:grpSp>
      <p:grpSp>
        <p:nvGrpSpPr>
          <p:cNvPr id="11" name="Agrupar 10">
            <a:extLst>
              <a:ext uri="{FF2B5EF4-FFF2-40B4-BE49-F238E27FC236}">
                <a16:creationId xmlns:a16="http://schemas.microsoft.com/office/drawing/2014/main" id="{EFF634A3-34F0-CD3C-6E56-3B6173762377}"/>
              </a:ext>
            </a:extLst>
          </p:cNvPr>
          <p:cNvGrpSpPr/>
          <p:nvPr/>
        </p:nvGrpSpPr>
        <p:grpSpPr>
          <a:xfrm>
            <a:off x="9535092" y="5437287"/>
            <a:ext cx="2042719" cy="1039235"/>
            <a:chOff x="2298584" y="5213339"/>
            <a:chExt cx="2042719" cy="1039235"/>
          </a:xfrm>
        </p:grpSpPr>
        <p:sp>
          <p:nvSpPr>
            <p:cNvPr id="12" name="Forma Livre: Forma 22">
              <a:extLst>
                <a:ext uri="{FF2B5EF4-FFF2-40B4-BE49-F238E27FC236}">
                  <a16:creationId xmlns:a16="http://schemas.microsoft.com/office/drawing/2014/main" id="{8B23F783-3260-B21D-153D-98B0BDFBAB6E}"/>
                </a:ext>
              </a:extLst>
            </p:cNvPr>
            <p:cNvSpPr/>
            <p:nvPr/>
          </p:nvSpPr>
          <p:spPr>
            <a:xfrm>
              <a:off x="2298584" y="5213339"/>
              <a:ext cx="2042719" cy="10392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13" name="Imagem 12">
              <a:extLst>
                <a:ext uri="{FF2B5EF4-FFF2-40B4-BE49-F238E27FC236}">
                  <a16:creationId xmlns:a16="http://schemas.microsoft.com/office/drawing/2014/main" id="{F70332B3-E906-9F1B-D05E-C4FC851324F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541141" y="5384972"/>
              <a:ext cx="1581371" cy="69596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739757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2B1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86737AE-1795-B6D9-1936-B00F5DC6EB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Agrupar 2">
            <a:extLst>
              <a:ext uri="{FF2B5EF4-FFF2-40B4-BE49-F238E27FC236}">
                <a16:creationId xmlns:a16="http://schemas.microsoft.com/office/drawing/2014/main" id="{1E996474-B5BE-5C73-5981-F5AC6F0BEC33}"/>
              </a:ext>
            </a:extLst>
          </p:cNvPr>
          <p:cNvGrpSpPr/>
          <p:nvPr/>
        </p:nvGrpSpPr>
        <p:grpSpPr>
          <a:xfrm>
            <a:off x="5074640" y="5588898"/>
            <a:ext cx="2042719" cy="1039235"/>
            <a:chOff x="2298584" y="5213339"/>
            <a:chExt cx="2042719" cy="1039235"/>
          </a:xfrm>
        </p:grpSpPr>
        <p:sp>
          <p:nvSpPr>
            <p:cNvPr id="5" name="Forma Livre: Forma 22">
              <a:extLst>
                <a:ext uri="{FF2B5EF4-FFF2-40B4-BE49-F238E27FC236}">
                  <a16:creationId xmlns:a16="http://schemas.microsoft.com/office/drawing/2014/main" id="{AFBC1665-B153-59F9-0F1D-041BD210E330}"/>
                </a:ext>
              </a:extLst>
            </p:cNvPr>
            <p:cNvSpPr/>
            <p:nvPr/>
          </p:nvSpPr>
          <p:spPr>
            <a:xfrm>
              <a:off x="2298584" y="5213339"/>
              <a:ext cx="2042719" cy="10392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pic>
          <p:nvPicPr>
            <p:cNvPr id="6" name="Imagem 5">
              <a:extLst>
                <a:ext uri="{FF2B5EF4-FFF2-40B4-BE49-F238E27FC236}">
                  <a16:creationId xmlns:a16="http://schemas.microsoft.com/office/drawing/2014/main" id="{D56CF093-04CC-D667-0AB8-3DAB320B013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541141" y="5384972"/>
              <a:ext cx="1581371" cy="695967"/>
            </a:xfrm>
            <a:prstGeom prst="rect">
              <a:avLst/>
            </a:prstGeom>
          </p:spPr>
        </p:pic>
      </p:grpSp>
      <p:sp>
        <p:nvSpPr>
          <p:cNvPr id="7" name="Retângulo 6">
            <a:extLst>
              <a:ext uri="{FF2B5EF4-FFF2-40B4-BE49-F238E27FC236}">
                <a16:creationId xmlns:a16="http://schemas.microsoft.com/office/drawing/2014/main" id="{E867B4DD-A545-C7FA-052B-6C34BE91D792}"/>
              </a:ext>
            </a:extLst>
          </p:cNvPr>
          <p:cNvSpPr/>
          <p:nvPr/>
        </p:nvSpPr>
        <p:spPr>
          <a:xfrm>
            <a:off x="383512" y="2248501"/>
            <a:ext cx="11424976" cy="277532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pt-BR" sz="4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rPr>
              <a:t> </a:t>
            </a:r>
            <a:r>
              <a:rPr kumimoji="0" lang="pt-BR" sz="3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rPr>
              <a:t>“A educação é um ato de amor, por isso, um ato de coragem.”</a:t>
            </a:r>
          </a:p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endParaRPr kumimoji="0" lang="pt-BR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pt-BR" sz="3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rPr>
              <a:t>“Quem ensina aprende ao ensinar. </a:t>
            </a:r>
          </a:p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pt-BR" sz="3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rPr>
              <a:t>E quem aprende ensina ao aprender.”</a:t>
            </a:r>
          </a:p>
          <a:p>
            <a:pPr marL="0" marR="0" lvl="0" indent="0" algn="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pt-BR" sz="3000" b="0" i="1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rPr>
              <a:t>Paulo Freire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AA99F6E7-06EC-200D-669B-F0CC7819BFB5}"/>
              </a:ext>
            </a:extLst>
          </p:cNvPr>
          <p:cNvSpPr/>
          <p:nvPr/>
        </p:nvSpPr>
        <p:spPr>
          <a:xfrm>
            <a:off x="532563" y="231726"/>
            <a:ext cx="11275926" cy="179305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pt-BR" sz="3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rPr>
              <a:t>“Educação gera conhecimento, conhecimento gera sabedoria, e, só um povo sábio pode mudar seu destino.”</a:t>
            </a:r>
          </a:p>
          <a:p>
            <a:pPr marL="0" marR="0" lvl="0" indent="0" algn="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pt-BR" sz="3000" b="0" i="1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rPr>
              <a:t> Samuel Lima</a:t>
            </a:r>
          </a:p>
        </p:txBody>
      </p:sp>
    </p:spTree>
    <p:extLst>
      <p:ext uri="{BB962C8B-B14F-4D97-AF65-F5344CB8AC3E}">
        <p14:creationId xmlns:p14="http://schemas.microsoft.com/office/powerpoint/2010/main" val="131940994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2B1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12EC7D-7C96-D871-CE95-E32ACE6976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Agrupar 2">
            <a:extLst>
              <a:ext uri="{FF2B5EF4-FFF2-40B4-BE49-F238E27FC236}">
                <a16:creationId xmlns:a16="http://schemas.microsoft.com/office/drawing/2014/main" id="{92EE2887-7A91-5A9B-6911-4A6927E52F06}"/>
              </a:ext>
            </a:extLst>
          </p:cNvPr>
          <p:cNvGrpSpPr/>
          <p:nvPr/>
        </p:nvGrpSpPr>
        <p:grpSpPr>
          <a:xfrm>
            <a:off x="5074640" y="5588898"/>
            <a:ext cx="2042719" cy="1039235"/>
            <a:chOff x="2298584" y="5213339"/>
            <a:chExt cx="2042719" cy="1039235"/>
          </a:xfrm>
        </p:grpSpPr>
        <p:sp>
          <p:nvSpPr>
            <p:cNvPr id="5" name="Forma Livre: Forma 22">
              <a:extLst>
                <a:ext uri="{FF2B5EF4-FFF2-40B4-BE49-F238E27FC236}">
                  <a16:creationId xmlns:a16="http://schemas.microsoft.com/office/drawing/2014/main" id="{B1F22C68-2FF0-8ABB-1102-3970302C52D0}"/>
                </a:ext>
              </a:extLst>
            </p:cNvPr>
            <p:cNvSpPr/>
            <p:nvPr/>
          </p:nvSpPr>
          <p:spPr>
            <a:xfrm>
              <a:off x="2298584" y="5213339"/>
              <a:ext cx="2042719" cy="10392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pic>
          <p:nvPicPr>
            <p:cNvPr id="6" name="Imagem 5">
              <a:extLst>
                <a:ext uri="{FF2B5EF4-FFF2-40B4-BE49-F238E27FC236}">
                  <a16:creationId xmlns:a16="http://schemas.microsoft.com/office/drawing/2014/main" id="{6D5ABC75-03AD-A858-34B4-E7905324DC4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541141" y="5384972"/>
              <a:ext cx="1581371" cy="695967"/>
            </a:xfrm>
            <a:prstGeom prst="rect">
              <a:avLst/>
            </a:prstGeom>
          </p:spPr>
        </p:pic>
      </p:grpSp>
      <p:sp>
        <p:nvSpPr>
          <p:cNvPr id="4" name="Retângulo 3">
            <a:extLst>
              <a:ext uri="{FF2B5EF4-FFF2-40B4-BE49-F238E27FC236}">
                <a16:creationId xmlns:a16="http://schemas.microsoft.com/office/drawing/2014/main" id="{651D4BFF-94BF-DA8C-F437-3FE9EA8DA9B0}"/>
              </a:ext>
            </a:extLst>
          </p:cNvPr>
          <p:cNvSpPr/>
          <p:nvPr/>
        </p:nvSpPr>
        <p:spPr>
          <a:xfrm>
            <a:off x="995231" y="755339"/>
            <a:ext cx="777639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6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  <a:sym typeface="Arial"/>
              </a:rPr>
              <a:t>Um ótimo semestre na Universidade da Inovação!</a:t>
            </a:r>
          </a:p>
        </p:txBody>
      </p:sp>
    </p:spTree>
    <p:extLst>
      <p:ext uri="{BB962C8B-B14F-4D97-AF65-F5344CB8AC3E}">
        <p14:creationId xmlns:p14="http://schemas.microsoft.com/office/powerpoint/2010/main" val="7019020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2B1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DFA4E67-71C2-296C-26E0-CF0B0A9522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D583411A-7F78-66BE-A8D5-D563A53F9C82}"/>
              </a:ext>
            </a:extLst>
          </p:cNvPr>
          <p:cNvSpPr/>
          <p:nvPr/>
        </p:nvSpPr>
        <p:spPr>
          <a:xfrm>
            <a:off x="955430" y="2496821"/>
            <a:ext cx="10281140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6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  <a:sym typeface="Arial"/>
              </a:rPr>
              <a:t>Obrigado!</a:t>
            </a:r>
          </a:p>
        </p:txBody>
      </p:sp>
      <p:grpSp>
        <p:nvGrpSpPr>
          <p:cNvPr id="3" name="Agrupar 2">
            <a:extLst>
              <a:ext uri="{FF2B5EF4-FFF2-40B4-BE49-F238E27FC236}">
                <a16:creationId xmlns:a16="http://schemas.microsoft.com/office/drawing/2014/main" id="{F276BEA0-4B0F-9571-F3F6-B4BCFBE60E85}"/>
              </a:ext>
            </a:extLst>
          </p:cNvPr>
          <p:cNvGrpSpPr/>
          <p:nvPr/>
        </p:nvGrpSpPr>
        <p:grpSpPr>
          <a:xfrm>
            <a:off x="5074640" y="5588898"/>
            <a:ext cx="2042719" cy="1039235"/>
            <a:chOff x="2298584" y="5213339"/>
            <a:chExt cx="2042719" cy="1039235"/>
          </a:xfrm>
        </p:grpSpPr>
        <p:sp>
          <p:nvSpPr>
            <p:cNvPr id="5" name="Forma Livre: Forma 22">
              <a:extLst>
                <a:ext uri="{FF2B5EF4-FFF2-40B4-BE49-F238E27FC236}">
                  <a16:creationId xmlns:a16="http://schemas.microsoft.com/office/drawing/2014/main" id="{4C9D816B-E9AE-DC47-F4C4-D18A354DC04E}"/>
                </a:ext>
              </a:extLst>
            </p:cNvPr>
            <p:cNvSpPr/>
            <p:nvPr/>
          </p:nvSpPr>
          <p:spPr>
            <a:xfrm>
              <a:off x="2298584" y="5213339"/>
              <a:ext cx="2042719" cy="10392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pic>
          <p:nvPicPr>
            <p:cNvPr id="6" name="Imagem 5">
              <a:extLst>
                <a:ext uri="{FF2B5EF4-FFF2-40B4-BE49-F238E27FC236}">
                  <a16:creationId xmlns:a16="http://schemas.microsoft.com/office/drawing/2014/main" id="{F800D512-4613-6A08-AF29-5519F6C41B6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541141" y="5384972"/>
              <a:ext cx="1581371" cy="69596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377660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2B1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EB1A3EF-A7C7-A633-6538-3FF2901E95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8DF10D87-EA5B-A0E0-614C-18788A852B69}"/>
              </a:ext>
            </a:extLst>
          </p:cNvPr>
          <p:cNvSpPr/>
          <p:nvPr/>
        </p:nvSpPr>
        <p:spPr>
          <a:xfrm>
            <a:off x="955430" y="2496821"/>
            <a:ext cx="10281140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6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  <a:sym typeface="Arial"/>
              </a:rPr>
              <a:t>Dúvidas??!</a:t>
            </a:r>
          </a:p>
        </p:txBody>
      </p:sp>
      <p:grpSp>
        <p:nvGrpSpPr>
          <p:cNvPr id="3" name="Agrupar 2">
            <a:extLst>
              <a:ext uri="{FF2B5EF4-FFF2-40B4-BE49-F238E27FC236}">
                <a16:creationId xmlns:a16="http://schemas.microsoft.com/office/drawing/2014/main" id="{BB2BD0AC-3232-A074-9D4A-88EA45D52076}"/>
              </a:ext>
            </a:extLst>
          </p:cNvPr>
          <p:cNvGrpSpPr/>
          <p:nvPr/>
        </p:nvGrpSpPr>
        <p:grpSpPr>
          <a:xfrm>
            <a:off x="5074640" y="5588898"/>
            <a:ext cx="2042719" cy="1039235"/>
            <a:chOff x="2298584" y="5213339"/>
            <a:chExt cx="2042719" cy="1039235"/>
          </a:xfrm>
        </p:grpSpPr>
        <p:sp>
          <p:nvSpPr>
            <p:cNvPr id="5" name="Forma Livre: Forma 22">
              <a:extLst>
                <a:ext uri="{FF2B5EF4-FFF2-40B4-BE49-F238E27FC236}">
                  <a16:creationId xmlns:a16="http://schemas.microsoft.com/office/drawing/2014/main" id="{6146E8DE-A008-B0D0-1618-B864C59DEEEB}"/>
                </a:ext>
              </a:extLst>
            </p:cNvPr>
            <p:cNvSpPr/>
            <p:nvPr/>
          </p:nvSpPr>
          <p:spPr>
            <a:xfrm>
              <a:off x="2298584" y="5213339"/>
              <a:ext cx="2042719" cy="10392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pic>
          <p:nvPicPr>
            <p:cNvPr id="6" name="Imagem 5">
              <a:extLst>
                <a:ext uri="{FF2B5EF4-FFF2-40B4-BE49-F238E27FC236}">
                  <a16:creationId xmlns:a16="http://schemas.microsoft.com/office/drawing/2014/main" id="{CC59874A-7FD9-52A8-72F5-A095668E66D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541141" y="5384972"/>
              <a:ext cx="1581371" cy="69596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672357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7_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Personalizar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6_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plate_2017-UNIFACS [Somente leitura]" id="{8F5F973D-4C81-4B0F-90AF-06F3E81F4364}" vid="{8E56D562-D75F-486D-BB1D-FEBA95397BED}"/>
    </a:ext>
  </a:extLst>
</a:theme>
</file>

<file path=ppt/theme/theme5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8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9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10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1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1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1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1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1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BDE487A90BEF1541AF1554844F6DDC10" ma:contentTypeVersion="20" ma:contentTypeDescription="Crie um novo documento." ma:contentTypeScope="" ma:versionID="af1878781a9441c722c3626a8f35d5b6">
  <xsd:schema xmlns:xsd="http://www.w3.org/2001/XMLSchema" xmlns:xs="http://www.w3.org/2001/XMLSchema" xmlns:p="http://schemas.microsoft.com/office/2006/metadata/properties" xmlns:ns2="add4e874-3d99-4018-9011-61067797c1c3" xmlns:ns3="8176dd42-bd37-4416-8625-6295c8581150" targetNamespace="http://schemas.microsoft.com/office/2006/metadata/properties" ma:root="true" ma:fieldsID="dd18e02648c18c502c3c2b3b6748eb67" ns2:_="" ns3:_="">
    <xsd:import namespace="add4e874-3d99-4018-9011-61067797c1c3"/>
    <xsd:import namespace="8176dd42-bd37-4416-8625-6295c858115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DateTaken" minOccurs="0"/>
                <xsd:element ref="ns2:_Flow_SignoffStatus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MediaServiceObjectDetectorVersions" minOccurs="0"/>
                <xsd:element ref="ns2:MediaServiceSearchProperties" minOccurs="0"/>
                <xsd:element ref="ns2:Respons_x00e1_ve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dd4e874-3d99-4018-9011-61067797c1c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_Flow_SignoffStatus" ma:index="17" nillable="true" ma:displayName="Status de liberação" ma:internalName="Status_x0020_de_x0020_libera_x00e7__x00e3_o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Marcações de imagem" ma:readOnly="false" ma:fieldId="{5cf76f15-5ced-4ddc-b409-7134ff3c332f}" ma:taxonomyMulti="true" ma:sspId="11000289-e8e0-4655-aaa4-6ce2e2879be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4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Respons_x00e1_vel" ma:index="27" nillable="true" ma:displayName="Responsável" ma:format="Dropdown" ma:list="UserInfo" ma:SharePointGroup="0" ma:internalName="Respons_x00e1_vel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76dd42-bd37-4416-8625-6295c8581150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ecef96da-600f-42ab-ba78-ecbd03712bfe}" ma:internalName="TaxCatchAll" ma:showField="CatchAllData" ma:web="8176dd42-bd37-4416-8625-6295c858115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Flow_SignoffStatus xmlns="add4e874-3d99-4018-9011-61067797c1c3" xsi:nil="true"/>
    <TaxCatchAll xmlns="8176dd42-bd37-4416-8625-6295c8581150" xsi:nil="true"/>
    <lcf76f155ced4ddcb4097134ff3c332f xmlns="add4e874-3d99-4018-9011-61067797c1c3">
      <Terms xmlns="http://schemas.microsoft.com/office/infopath/2007/PartnerControls"/>
    </lcf76f155ced4ddcb4097134ff3c332f>
    <Respons_x00e1_vel xmlns="add4e874-3d99-4018-9011-61067797c1c3">
      <UserInfo>
        <DisplayName/>
        <AccountId xsi:nil="true"/>
        <AccountType/>
      </UserInfo>
    </Respons_x00e1_vel>
  </documentManagement>
</p:properties>
</file>

<file path=customXml/itemProps1.xml><?xml version="1.0" encoding="utf-8"?>
<ds:datastoreItem xmlns:ds="http://schemas.openxmlformats.org/officeDocument/2006/customXml" ds:itemID="{4C1B0999-7B2E-4370-8CB2-33A56775F67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B4F2C52-6F66-4CA5-BD00-5341A7FF3BD1}">
  <ds:schemaRefs>
    <ds:schemaRef ds:uri="8176dd42-bd37-4416-8625-6295c8581150"/>
    <ds:schemaRef ds:uri="add4e874-3d99-4018-9011-61067797c1c3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F84A3B07-F88F-4AE3-A4DE-CA18E9F85727}">
  <ds:schemaRefs>
    <ds:schemaRef ds:uri="8176dd42-bd37-4416-8625-6295c8581150"/>
    <ds:schemaRef ds:uri="add4e874-3d99-4018-9011-61067797c1c3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826</TotalTime>
  <Words>3049</Words>
  <Application>Microsoft Office PowerPoint</Application>
  <PresentationFormat>Widescreen</PresentationFormat>
  <Paragraphs>412</Paragraphs>
  <Slides>61</Slides>
  <Notes>5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5</vt:i4>
      </vt:variant>
      <vt:variant>
        <vt:lpstr>Títulos de slides</vt:lpstr>
      </vt:variant>
      <vt:variant>
        <vt:i4>61</vt:i4>
      </vt:variant>
    </vt:vector>
  </HeadingPairs>
  <TitlesOfParts>
    <vt:vector size="71" baseType="lpstr">
      <vt:lpstr>Arial</vt:lpstr>
      <vt:lpstr>Calibri</vt:lpstr>
      <vt:lpstr>Calibri Light</vt:lpstr>
      <vt:lpstr>Verdana</vt:lpstr>
      <vt:lpstr>Wingdings</vt:lpstr>
      <vt:lpstr>7_Tema do Office</vt:lpstr>
      <vt:lpstr>Personalizar design</vt:lpstr>
      <vt:lpstr>Office Theme</vt:lpstr>
      <vt:lpstr>6_Tema do Office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Samia Paula S. Oliveira</dc:creator>
  <cp:lastModifiedBy>CLEBER Vinicius Ribeiro de Almeida</cp:lastModifiedBy>
  <cp:revision>150</cp:revision>
  <dcterms:created xsi:type="dcterms:W3CDTF">2020-05-29T14:59:24Z</dcterms:created>
  <dcterms:modified xsi:type="dcterms:W3CDTF">2026-08-04T17:40:09Z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0x010100BDE487A90BEF1541AF1554844F6DDC10</vt:lpwstr>
  </property>
  <property fmtid="{D5CDD505-2E9C-101B-9397-08002B2CF9AE}" pid="3" name="MediaServiceImageTags">
    <vt:lpwstr/>
  </property>
</Properties>
</file>